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9"/>
  </p:notesMasterIdLst>
  <p:handoutMasterIdLst>
    <p:handoutMasterId r:id="rId20"/>
  </p:handoutMasterIdLst>
  <p:sldIdLst>
    <p:sldId id="256" r:id="rId2"/>
    <p:sldId id="309" r:id="rId3"/>
    <p:sldId id="263" r:id="rId4"/>
    <p:sldId id="257" r:id="rId5"/>
    <p:sldId id="258" r:id="rId6"/>
    <p:sldId id="261" r:id="rId7"/>
    <p:sldId id="272" r:id="rId8"/>
    <p:sldId id="308" r:id="rId9"/>
    <p:sldId id="310" r:id="rId10"/>
    <p:sldId id="311" r:id="rId11"/>
    <p:sldId id="312" r:id="rId12"/>
    <p:sldId id="313" r:id="rId13"/>
    <p:sldId id="314" r:id="rId14"/>
    <p:sldId id="315" r:id="rId15"/>
    <p:sldId id="316" r:id="rId16"/>
    <p:sldId id="317" r:id="rId17"/>
    <p:sldId id="281" r:id="rId18"/>
  </p:sldIdLst>
  <p:sldSz cx="9144000" cy="5143500" type="screen16x9"/>
  <p:notesSz cx="6858000" cy="9144000"/>
  <p:embeddedFontLst>
    <p:embeddedFont>
      <p:font typeface="Bebas Neue" panose="020B0606020202050201" pitchFamily="34" charset="0"/>
      <p:regular r:id="rId21"/>
    </p:embeddedFont>
    <p:embeddedFont>
      <p:font typeface="DM Sans" pitchFamily="2" charset="0"/>
      <p:regular r:id="rId22"/>
      <p:bold r:id="rId23"/>
      <p:italic r:id="rId24"/>
      <p:boldItalic r:id="rId25"/>
    </p:embeddedFont>
    <p:embeddedFont>
      <p:font typeface="Golos Text" panose="020B0604020202020204" charset="0"/>
      <p:regular r:id="rId26"/>
      <p:bold r:id="rId27"/>
    </p:embeddedFont>
    <p:embeddedFont>
      <p:font typeface="Golos Text SemiBold" panose="020B0604020202020204" charset="0"/>
      <p:regular r:id="rId28"/>
      <p:bold r:id="rId29"/>
    </p:embeddedFont>
    <p:embeddedFont>
      <p:font typeface="Open Sans" panose="020B0606030504020204" pitchFamily="34" charset="0"/>
      <p:regular r:id="rId30"/>
      <p:bold r:id="rId31"/>
      <p:italic r:id="rId32"/>
      <p:boldItalic r:id="rId33"/>
    </p:embeddedFont>
    <p:embeddedFont>
      <p:font typeface="Posterama" panose="020B0504020200020000" pitchFamily="34" charset="0"/>
      <p:regular r:id="rId34"/>
      <p:bold r:id="rId35"/>
      <p:italic r:id="rId36"/>
      <p:boldItalic r:id="rId37"/>
    </p:embeddedFont>
    <p:embeddedFont>
      <p:font typeface="Roboto Condensed Light" panose="02000000000000000000" pitchFamily="2" charset="0"/>
      <p:regular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E4B084C-A50F-4096-9371-93F727A24597}">
  <a:tblStyle styleId="{CE4B084C-A50F-4096-9371-93F727A2459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4" d="100"/>
          <a:sy n="74" d="100"/>
        </p:scale>
        <p:origin x="1060" y="120"/>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font" Target="fonts/font9.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1423B7-50BE-4AA5-8B7D-0077145B8BF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F888442-24C8-45C7-B2FA-82E99393A9DD}">
      <dgm:prSet phldrT="[Text]" custT="1"/>
      <dgm:spPr/>
      <dgm:t>
        <a:bodyPr/>
        <a:lstStyle/>
        <a:p>
          <a:pPr>
            <a:buNone/>
          </a:pPr>
          <a:r>
            <a:rPr lang="en-US" sz="1300" dirty="0">
              <a:latin typeface="Posterama" panose="020B0504020200020000" pitchFamily="34" charset="0"/>
              <a:cs typeface="Posterama" panose="020B0504020200020000" pitchFamily="34" charset="0"/>
            </a:rPr>
            <a:t>Early Warning Systems (INCOIS &amp; Sensor-Based Models)</a:t>
          </a:r>
          <a:endParaRPr lang="en-IN" sz="1300" dirty="0">
            <a:latin typeface="Posterama" panose="020B0504020200020000" pitchFamily="34" charset="0"/>
            <a:cs typeface="Posterama" panose="020B0504020200020000" pitchFamily="34" charset="0"/>
          </a:endParaRPr>
        </a:p>
      </dgm:t>
    </dgm:pt>
    <dgm:pt modelId="{BE5E1D62-2992-4B1C-B0C2-24BAD704C96F}" type="parTrans" cxnId="{C56D64D2-EFC1-4B40-88C3-52A2D74DF6CB}">
      <dgm:prSet/>
      <dgm:spPr/>
      <dgm:t>
        <a:bodyPr/>
        <a:lstStyle/>
        <a:p>
          <a:endParaRPr lang="en-IN"/>
        </a:p>
      </dgm:t>
    </dgm:pt>
    <dgm:pt modelId="{DD55C537-5A0C-4BC7-B33E-34B7808EB047}" type="sibTrans" cxnId="{C56D64D2-EFC1-4B40-88C3-52A2D74DF6CB}">
      <dgm:prSet/>
      <dgm:spPr/>
      <dgm:t>
        <a:bodyPr/>
        <a:lstStyle/>
        <a:p>
          <a:endParaRPr lang="en-IN"/>
        </a:p>
      </dgm:t>
    </dgm:pt>
    <dgm:pt modelId="{13302B70-4068-4298-B711-9ED252B6132F}">
      <dgm:prSet phldrT="[Text]"/>
      <dgm:spPr/>
      <dgm:t>
        <a:bodyPr/>
        <a:lstStyle/>
        <a:p>
          <a:pPr>
            <a:buNone/>
          </a:pPr>
          <a:r>
            <a:rPr lang="en-IN" dirty="0">
              <a:latin typeface="Posterama" panose="020B0504020200020000" pitchFamily="34" charset="0"/>
              <a:cs typeface="Posterama" panose="020B0504020200020000" pitchFamily="34" charset="0"/>
            </a:rPr>
            <a:t>Traditional Disaster Reporting Platforms</a:t>
          </a:r>
        </a:p>
      </dgm:t>
    </dgm:pt>
    <dgm:pt modelId="{5312B8EE-5F7E-4C11-AE5D-9382897CCF7B}" type="parTrans" cxnId="{EEDFDC13-5A6B-4106-8163-7EB1438C7AAB}">
      <dgm:prSet/>
      <dgm:spPr/>
      <dgm:t>
        <a:bodyPr/>
        <a:lstStyle/>
        <a:p>
          <a:endParaRPr lang="en-IN"/>
        </a:p>
      </dgm:t>
    </dgm:pt>
    <dgm:pt modelId="{01B5A1EA-B693-4426-AFDD-0D42DCF2ABD1}" type="sibTrans" cxnId="{EEDFDC13-5A6B-4106-8163-7EB1438C7AAB}">
      <dgm:prSet/>
      <dgm:spPr/>
      <dgm:t>
        <a:bodyPr/>
        <a:lstStyle/>
        <a:p>
          <a:endParaRPr lang="en-IN"/>
        </a:p>
      </dgm:t>
    </dgm:pt>
    <dgm:pt modelId="{76D14C74-10AB-42DE-8748-7B41B101B614}">
      <dgm:prSet phldrT="[Text]"/>
      <dgm:spPr/>
      <dgm:t>
        <a:bodyPr/>
        <a:lstStyle/>
        <a:p>
          <a:pPr>
            <a:buNone/>
          </a:pPr>
          <a:r>
            <a:rPr lang="en-IN" dirty="0">
              <a:latin typeface="Posterama" panose="020B0504020200020000" pitchFamily="34" charset="0"/>
              <a:cs typeface="Posterama" panose="020B0504020200020000" pitchFamily="34" charset="0"/>
            </a:rPr>
            <a:t>Social Media Monitoring Tools</a:t>
          </a:r>
        </a:p>
      </dgm:t>
    </dgm:pt>
    <dgm:pt modelId="{F8185B6A-1D72-4B2F-A78D-6162FEDF17E3}" type="parTrans" cxnId="{48942483-74B0-43F6-9441-B40594F9E22F}">
      <dgm:prSet/>
      <dgm:spPr/>
      <dgm:t>
        <a:bodyPr/>
        <a:lstStyle/>
        <a:p>
          <a:endParaRPr lang="en-IN"/>
        </a:p>
      </dgm:t>
    </dgm:pt>
    <dgm:pt modelId="{3A8B84BD-69C5-4DF8-B865-1376E46CD60B}" type="sibTrans" cxnId="{48942483-74B0-43F6-9441-B40594F9E22F}">
      <dgm:prSet/>
      <dgm:spPr/>
      <dgm:t>
        <a:bodyPr/>
        <a:lstStyle/>
        <a:p>
          <a:endParaRPr lang="en-IN"/>
        </a:p>
      </dgm:t>
    </dgm:pt>
    <dgm:pt modelId="{D19EAA9E-C6F0-4095-8447-539515A10AD4}">
      <dgm:prSet/>
      <dgm:spPr/>
      <dgm:t>
        <a:bodyPr/>
        <a:lstStyle/>
        <a:p>
          <a:r>
            <a:rPr lang="en-IN" dirty="0">
              <a:latin typeface="Posterama" panose="020B0504020200020000" pitchFamily="34" charset="0"/>
              <a:cs typeface="Posterama" panose="020B0504020200020000" pitchFamily="34" charset="0"/>
            </a:rPr>
            <a:t>Emergency Response Dashboards</a:t>
          </a:r>
        </a:p>
      </dgm:t>
    </dgm:pt>
    <dgm:pt modelId="{F9D683B3-10D9-42E9-AB1C-4BEC3C4B0A1B}" type="parTrans" cxnId="{78DD6ACC-D348-41AA-A617-3586FB874C98}">
      <dgm:prSet/>
      <dgm:spPr/>
      <dgm:t>
        <a:bodyPr/>
        <a:lstStyle/>
        <a:p>
          <a:endParaRPr lang="en-IN"/>
        </a:p>
      </dgm:t>
    </dgm:pt>
    <dgm:pt modelId="{7A927BFF-630C-4398-9E16-EFBDEE3DEB6F}" type="sibTrans" cxnId="{78DD6ACC-D348-41AA-A617-3586FB874C98}">
      <dgm:prSet/>
      <dgm:spPr/>
      <dgm:t>
        <a:bodyPr/>
        <a:lstStyle/>
        <a:p>
          <a:endParaRPr lang="en-IN"/>
        </a:p>
      </dgm:t>
    </dgm:pt>
    <dgm:pt modelId="{4512D810-A03C-463F-8AFE-8C321CB6BBBE}" type="pres">
      <dgm:prSet presAssocID="{C91423B7-50BE-4AA5-8B7D-0077145B8BFD}" presName="linear" presStyleCnt="0">
        <dgm:presLayoutVars>
          <dgm:dir/>
          <dgm:animLvl val="lvl"/>
          <dgm:resizeHandles val="exact"/>
        </dgm:presLayoutVars>
      </dgm:prSet>
      <dgm:spPr/>
    </dgm:pt>
    <dgm:pt modelId="{C921ECB7-05BE-43D7-8E47-CF35E0A2C60E}" type="pres">
      <dgm:prSet presAssocID="{BF888442-24C8-45C7-B2FA-82E99393A9DD}" presName="parentLin" presStyleCnt="0"/>
      <dgm:spPr/>
    </dgm:pt>
    <dgm:pt modelId="{67702A40-CB71-41CD-AA09-EEA7D9274482}" type="pres">
      <dgm:prSet presAssocID="{BF888442-24C8-45C7-B2FA-82E99393A9DD}" presName="parentLeftMargin" presStyleLbl="node1" presStyleIdx="0" presStyleCnt="4"/>
      <dgm:spPr/>
    </dgm:pt>
    <dgm:pt modelId="{2AAD473C-4E8D-4BD4-92E4-948E001F4B0B}" type="pres">
      <dgm:prSet presAssocID="{BF888442-24C8-45C7-B2FA-82E99393A9DD}" presName="parentText" presStyleLbl="node1" presStyleIdx="0" presStyleCnt="4">
        <dgm:presLayoutVars>
          <dgm:chMax val="0"/>
          <dgm:bulletEnabled val="1"/>
        </dgm:presLayoutVars>
      </dgm:prSet>
      <dgm:spPr/>
    </dgm:pt>
    <dgm:pt modelId="{96A50CBB-BBC9-4C1D-91BD-D24DF8A8A7E3}" type="pres">
      <dgm:prSet presAssocID="{BF888442-24C8-45C7-B2FA-82E99393A9DD}" presName="negativeSpace" presStyleCnt="0"/>
      <dgm:spPr/>
    </dgm:pt>
    <dgm:pt modelId="{D86B6477-9542-4356-BF5A-2B84D40F5199}" type="pres">
      <dgm:prSet presAssocID="{BF888442-24C8-45C7-B2FA-82E99393A9DD}" presName="childText" presStyleLbl="conFgAcc1" presStyleIdx="0" presStyleCnt="4">
        <dgm:presLayoutVars>
          <dgm:bulletEnabled val="1"/>
        </dgm:presLayoutVars>
      </dgm:prSet>
      <dgm:spPr/>
    </dgm:pt>
    <dgm:pt modelId="{3C957C39-5239-4188-9F28-FD89F60582B3}" type="pres">
      <dgm:prSet presAssocID="{DD55C537-5A0C-4BC7-B33E-34B7808EB047}" presName="spaceBetweenRectangles" presStyleCnt="0"/>
      <dgm:spPr/>
    </dgm:pt>
    <dgm:pt modelId="{179FC612-9AFC-4A17-98AB-CAC9944333E1}" type="pres">
      <dgm:prSet presAssocID="{13302B70-4068-4298-B711-9ED252B6132F}" presName="parentLin" presStyleCnt="0"/>
      <dgm:spPr/>
    </dgm:pt>
    <dgm:pt modelId="{528A6F60-5EB3-43D6-BF9A-49331D5351BB}" type="pres">
      <dgm:prSet presAssocID="{13302B70-4068-4298-B711-9ED252B6132F}" presName="parentLeftMargin" presStyleLbl="node1" presStyleIdx="0" presStyleCnt="4"/>
      <dgm:spPr/>
    </dgm:pt>
    <dgm:pt modelId="{C464D509-1DAD-4100-B33C-CF35E17CB527}" type="pres">
      <dgm:prSet presAssocID="{13302B70-4068-4298-B711-9ED252B6132F}" presName="parentText" presStyleLbl="node1" presStyleIdx="1" presStyleCnt="4">
        <dgm:presLayoutVars>
          <dgm:chMax val="0"/>
          <dgm:bulletEnabled val="1"/>
        </dgm:presLayoutVars>
      </dgm:prSet>
      <dgm:spPr/>
    </dgm:pt>
    <dgm:pt modelId="{5D019610-1450-419C-8B56-48806D627650}" type="pres">
      <dgm:prSet presAssocID="{13302B70-4068-4298-B711-9ED252B6132F}" presName="negativeSpace" presStyleCnt="0"/>
      <dgm:spPr/>
    </dgm:pt>
    <dgm:pt modelId="{08688CE8-0E96-44AD-8C67-3B848320F538}" type="pres">
      <dgm:prSet presAssocID="{13302B70-4068-4298-B711-9ED252B6132F}" presName="childText" presStyleLbl="conFgAcc1" presStyleIdx="1" presStyleCnt="4">
        <dgm:presLayoutVars>
          <dgm:bulletEnabled val="1"/>
        </dgm:presLayoutVars>
      </dgm:prSet>
      <dgm:spPr/>
    </dgm:pt>
    <dgm:pt modelId="{FAE35641-8B10-41B5-B151-EDA5EB7E9A0F}" type="pres">
      <dgm:prSet presAssocID="{01B5A1EA-B693-4426-AFDD-0D42DCF2ABD1}" presName="spaceBetweenRectangles" presStyleCnt="0"/>
      <dgm:spPr/>
    </dgm:pt>
    <dgm:pt modelId="{7B69886E-F8D8-4B31-8825-CBCDFBA52EAD}" type="pres">
      <dgm:prSet presAssocID="{D19EAA9E-C6F0-4095-8447-539515A10AD4}" presName="parentLin" presStyleCnt="0"/>
      <dgm:spPr/>
    </dgm:pt>
    <dgm:pt modelId="{5109BE92-3659-4DDE-A2EE-FC7F75032258}" type="pres">
      <dgm:prSet presAssocID="{D19EAA9E-C6F0-4095-8447-539515A10AD4}" presName="parentLeftMargin" presStyleLbl="node1" presStyleIdx="1" presStyleCnt="4"/>
      <dgm:spPr/>
    </dgm:pt>
    <dgm:pt modelId="{BB220B32-471F-455F-92C1-29D1B08C61F7}" type="pres">
      <dgm:prSet presAssocID="{D19EAA9E-C6F0-4095-8447-539515A10AD4}" presName="parentText" presStyleLbl="node1" presStyleIdx="2" presStyleCnt="4">
        <dgm:presLayoutVars>
          <dgm:chMax val="0"/>
          <dgm:bulletEnabled val="1"/>
        </dgm:presLayoutVars>
      </dgm:prSet>
      <dgm:spPr/>
    </dgm:pt>
    <dgm:pt modelId="{3C836DEC-E184-4902-8ADE-60231F8C14DB}" type="pres">
      <dgm:prSet presAssocID="{D19EAA9E-C6F0-4095-8447-539515A10AD4}" presName="negativeSpace" presStyleCnt="0"/>
      <dgm:spPr/>
    </dgm:pt>
    <dgm:pt modelId="{CF0668D4-28C9-49B4-93D0-B73AAD7DBC18}" type="pres">
      <dgm:prSet presAssocID="{D19EAA9E-C6F0-4095-8447-539515A10AD4}" presName="childText" presStyleLbl="conFgAcc1" presStyleIdx="2" presStyleCnt="4">
        <dgm:presLayoutVars>
          <dgm:bulletEnabled val="1"/>
        </dgm:presLayoutVars>
      </dgm:prSet>
      <dgm:spPr/>
    </dgm:pt>
    <dgm:pt modelId="{32DF2868-23B6-4428-82F9-999A5F437ACD}" type="pres">
      <dgm:prSet presAssocID="{7A927BFF-630C-4398-9E16-EFBDEE3DEB6F}" presName="spaceBetweenRectangles" presStyleCnt="0"/>
      <dgm:spPr/>
    </dgm:pt>
    <dgm:pt modelId="{492733F0-612C-476A-A6F3-2838839E08BC}" type="pres">
      <dgm:prSet presAssocID="{76D14C74-10AB-42DE-8748-7B41B101B614}" presName="parentLin" presStyleCnt="0"/>
      <dgm:spPr/>
    </dgm:pt>
    <dgm:pt modelId="{F8159D81-16ED-4D0F-999B-D3B9A8319D9C}" type="pres">
      <dgm:prSet presAssocID="{76D14C74-10AB-42DE-8748-7B41B101B614}" presName="parentLeftMargin" presStyleLbl="node1" presStyleIdx="2" presStyleCnt="4"/>
      <dgm:spPr/>
    </dgm:pt>
    <dgm:pt modelId="{B1915D4F-7952-4786-9D77-60491FAC4423}" type="pres">
      <dgm:prSet presAssocID="{76D14C74-10AB-42DE-8748-7B41B101B614}" presName="parentText" presStyleLbl="node1" presStyleIdx="3" presStyleCnt="4">
        <dgm:presLayoutVars>
          <dgm:chMax val="0"/>
          <dgm:bulletEnabled val="1"/>
        </dgm:presLayoutVars>
      </dgm:prSet>
      <dgm:spPr/>
    </dgm:pt>
    <dgm:pt modelId="{E18C63FC-0857-4D05-BA02-63F9D853B42F}" type="pres">
      <dgm:prSet presAssocID="{76D14C74-10AB-42DE-8748-7B41B101B614}" presName="negativeSpace" presStyleCnt="0"/>
      <dgm:spPr/>
    </dgm:pt>
    <dgm:pt modelId="{678D654E-AEDE-49E3-A8E4-8E9FE3A87B6A}" type="pres">
      <dgm:prSet presAssocID="{76D14C74-10AB-42DE-8748-7B41B101B614}" presName="childText" presStyleLbl="conFgAcc1" presStyleIdx="3" presStyleCnt="4">
        <dgm:presLayoutVars>
          <dgm:bulletEnabled val="1"/>
        </dgm:presLayoutVars>
      </dgm:prSet>
      <dgm:spPr/>
    </dgm:pt>
  </dgm:ptLst>
  <dgm:cxnLst>
    <dgm:cxn modelId="{D4B4CB0C-EF16-4727-AD1C-9741EB7C2961}" type="presOf" srcId="{13302B70-4068-4298-B711-9ED252B6132F}" destId="{528A6F60-5EB3-43D6-BF9A-49331D5351BB}" srcOrd="0" destOrd="0" presId="urn:microsoft.com/office/officeart/2005/8/layout/list1"/>
    <dgm:cxn modelId="{EEDFDC13-5A6B-4106-8163-7EB1438C7AAB}" srcId="{C91423B7-50BE-4AA5-8B7D-0077145B8BFD}" destId="{13302B70-4068-4298-B711-9ED252B6132F}" srcOrd="1" destOrd="0" parTransId="{5312B8EE-5F7E-4C11-AE5D-9382897CCF7B}" sibTransId="{01B5A1EA-B693-4426-AFDD-0D42DCF2ABD1}"/>
    <dgm:cxn modelId="{120EF31A-35B6-4D94-801C-6858431863A7}" type="presOf" srcId="{76D14C74-10AB-42DE-8748-7B41B101B614}" destId="{F8159D81-16ED-4D0F-999B-D3B9A8319D9C}" srcOrd="0" destOrd="0" presId="urn:microsoft.com/office/officeart/2005/8/layout/list1"/>
    <dgm:cxn modelId="{33338220-2E8C-412D-AA92-9716EF868A3E}" type="presOf" srcId="{D19EAA9E-C6F0-4095-8447-539515A10AD4}" destId="{BB220B32-471F-455F-92C1-29D1B08C61F7}" srcOrd="1" destOrd="0" presId="urn:microsoft.com/office/officeart/2005/8/layout/list1"/>
    <dgm:cxn modelId="{0BB17C45-5612-4BDC-BBCD-17FA6E9339ED}" type="presOf" srcId="{BF888442-24C8-45C7-B2FA-82E99393A9DD}" destId="{2AAD473C-4E8D-4BD4-92E4-948E001F4B0B}" srcOrd="1" destOrd="0" presId="urn:microsoft.com/office/officeart/2005/8/layout/list1"/>
    <dgm:cxn modelId="{AAFEAF76-F66D-4274-84B0-DA10300F5F8C}" type="presOf" srcId="{BF888442-24C8-45C7-B2FA-82E99393A9DD}" destId="{67702A40-CB71-41CD-AA09-EEA7D9274482}" srcOrd="0" destOrd="0" presId="urn:microsoft.com/office/officeart/2005/8/layout/list1"/>
    <dgm:cxn modelId="{DCD5467D-0F42-4A0B-B053-D07EAB255FF2}" type="presOf" srcId="{76D14C74-10AB-42DE-8748-7B41B101B614}" destId="{B1915D4F-7952-4786-9D77-60491FAC4423}" srcOrd="1" destOrd="0" presId="urn:microsoft.com/office/officeart/2005/8/layout/list1"/>
    <dgm:cxn modelId="{48942483-74B0-43F6-9441-B40594F9E22F}" srcId="{C91423B7-50BE-4AA5-8B7D-0077145B8BFD}" destId="{76D14C74-10AB-42DE-8748-7B41B101B614}" srcOrd="3" destOrd="0" parTransId="{F8185B6A-1D72-4B2F-A78D-6162FEDF17E3}" sibTransId="{3A8B84BD-69C5-4DF8-B865-1376E46CD60B}"/>
    <dgm:cxn modelId="{E52BE687-BC05-41F6-B603-07570B46D567}" type="presOf" srcId="{D19EAA9E-C6F0-4095-8447-539515A10AD4}" destId="{5109BE92-3659-4DDE-A2EE-FC7F75032258}" srcOrd="0" destOrd="0" presId="urn:microsoft.com/office/officeart/2005/8/layout/list1"/>
    <dgm:cxn modelId="{DB24A68E-8C27-4949-B2DC-668B352CDE13}" type="presOf" srcId="{13302B70-4068-4298-B711-9ED252B6132F}" destId="{C464D509-1DAD-4100-B33C-CF35E17CB527}" srcOrd="1" destOrd="0" presId="urn:microsoft.com/office/officeart/2005/8/layout/list1"/>
    <dgm:cxn modelId="{868CBB9B-7527-4397-917F-66F020F50C75}" type="presOf" srcId="{C91423B7-50BE-4AA5-8B7D-0077145B8BFD}" destId="{4512D810-A03C-463F-8AFE-8C321CB6BBBE}" srcOrd="0" destOrd="0" presId="urn:microsoft.com/office/officeart/2005/8/layout/list1"/>
    <dgm:cxn modelId="{78DD6ACC-D348-41AA-A617-3586FB874C98}" srcId="{C91423B7-50BE-4AA5-8B7D-0077145B8BFD}" destId="{D19EAA9E-C6F0-4095-8447-539515A10AD4}" srcOrd="2" destOrd="0" parTransId="{F9D683B3-10D9-42E9-AB1C-4BEC3C4B0A1B}" sibTransId="{7A927BFF-630C-4398-9E16-EFBDEE3DEB6F}"/>
    <dgm:cxn modelId="{C56D64D2-EFC1-4B40-88C3-52A2D74DF6CB}" srcId="{C91423B7-50BE-4AA5-8B7D-0077145B8BFD}" destId="{BF888442-24C8-45C7-B2FA-82E99393A9DD}" srcOrd="0" destOrd="0" parTransId="{BE5E1D62-2992-4B1C-B0C2-24BAD704C96F}" sibTransId="{DD55C537-5A0C-4BC7-B33E-34B7808EB047}"/>
    <dgm:cxn modelId="{E8C68737-1894-431D-8D63-B5F3CCD88C6C}" type="presParOf" srcId="{4512D810-A03C-463F-8AFE-8C321CB6BBBE}" destId="{C921ECB7-05BE-43D7-8E47-CF35E0A2C60E}" srcOrd="0" destOrd="0" presId="urn:microsoft.com/office/officeart/2005/8/layout/list1"/>
    <dgm:cxn modelId="{7DAE70C3-AD69-4BC0-B4E4-E018188D1570}" type="presParOf" srcId="{C921ECB7-05BE-43D7-8E47-CF35E0A2C60E}" destId="{67702A40-CB71-41CD-AA09-EEA7D9274482}" srcOrd="0" destOrd="0" presId="urn:microsoft.com/office/officeart/2005/8/layout/list1"/>
    <dgm:cxn modelId="{9164C755-8A38-48A8-A5EA-4EC23FE22615}" type="presParOf" srcId="{C921ECB7-05BE-43D7-8E47-CF35E0A2C60E}" destId="{2AAD473C-4E8D-4BD4-92E4-948E001F4B0B}" srcOrd="1" destOrd="0" presId="urn:microsoft.com/office/officeart/2005/8/layout/list1"/>
    <dgm:cxn modelId="{7B1A6114-6FDF-4399-945C-3FED273901BF}" type="presParOf" srcId="{4512D810-A03C-463F-8AFE-8C321CB6BBBE}" destId="{96A50CBB-BBC9-4C1D-91BD-D24DF8A8A7E3}" srcOrd="1" destOrd="0" presId="urn:microsoft.com/office/officeart/2005/8/layout/list1"/>
    <dgm:cxn modelId="{13C224C6-B640-43EE-BD43-BB3AC01F0839}" type="presParOf" srcId="{4512D810-A03C-463F-8AFE-8C321CB6BBBE}" destId="{D86B6477-9542-4356-BF5A-2B84D40F5199}" srcOrd="2" destOrd="0" presId="urn:microsoft.com/office/officeart/2005/8/layout/list1"/>
    <dgm:cxn modelId="{2B924B94-AC0B-4B62-81AD-0648F45C05E0}" type="presParOf" srcId="{4512D810-A03C-463F-8AFE-8C321CB6BBBE}" destId="{3C957C39-5239-4188-9F28-FD89F60582B3}" srcOrd="3" destOrd="0" presId="urn:microsoft.com/office/officeart/2005/8/layout/list1"/>
    <dgm:cxn modelId="{870C10CF-0344-4384-9C25-F47937FF0762}" type="presParOf" srcId="{4512D810-A03C-463F-8AFE-8C321CB6BBBE}" destId="{179FC612-9AFC-4A17-98AB-CAC9944333E1}" srcOrd="4" destOrd="0" presId="urn:microsoft.com/office/officeart/2005/8/layout/list1"/>
    <dgm:cxn modelId="{49426AFA-AFFB-4FAA-B38B-45C99FA02BA8}" type="presParOf" srcId="{179FC612-9AFC-4A17-98AB-CAC9944333E1}" destId="{528A6F60-5EB3-43D6-BF9A-49331D5351BB}" srcOrd="0" destOrd="0" presId="urn:microsoft.com/office/officeart/2005/8/layout/list1"/>
    <dgm:cxn modelId="{65251D8A-1742-45B1-BA71-12FBCB136EDF}" type="presParOf" srcId="{179FC612-9AFC-4A17-98AB-CAC9944333E1}" destId="{C464D509-1DAD-4100-B33C-CF35E17CB527}" srcOrd="1" destOrd="0" presId="urn:microsoft.com/office/officeart/2005/8/layout/list1"/>
    <dgm:cxn modelId="{8586C241-95DA-48EF-83A1-783A54581A73}" type="presParOf" srcId="{4512D810-A03C-463F-8AFE-8C321CB6BBBE}" destId="{5D019610-1450-419C-8B56-48806D627650}" srcOrd="5" destOrd="0" presId="urn:microsoft.com/office/officeart/2005/8/layout/list1"/>
    <dgm:cxn modelId="{3B9B82C0-6FEE-4DD4-8A8B-DD3926AF921B}" type="presParOf" srcId="{4512D810-A03C-463F-8AFE-8C321CB6BBBE}" destId="{08688CE8-0E96-44AD-8C67-3B848320F538}" srcOrd="6" destOrd="0" presId="urn:microsoft.com/office/officeart/2005/8/layout/list1"/>
    <dgm:cxn modelId="{57988009-3031-43F1-A4F2-1A31DC04C10C}" type="presParOf" srcId="{4512D810-A03C-463F-8AFE-8C321CB6BBBE}" destId="{FAE35641-8B10-41B5-B151-EDA5EB7E9A0F}" srcOrd="7" destOrd="0" presId="urn:microsoft.com/office/officeart/2005/8/layout/list1"/>
    <dgm:cxn modelId="{380EEBA9-095D-419A-929D-62BFCCC87312}" type="presParOf" srcId="{4512D810-A03C-463F-8AFE-8C321CB6BBBE}" destId="{7B69886E-F8D8-4B31-8825-CBCDFBA52EAD}" srcOrd="8" destOrd="0" presId="urn:microsoft.com/office/officeart/2005/8/layout/list1"/>
    <dgm:cxn modelId="{DEBF153C-B40E-4E45-9540-E4980763E06C}" type="presParOf" srcId="{7B69886E-F8D8-4B31-8825-CBCDFBA52EAD}" destId="{5109BE92-3659-4DDE-A2EE-FC7F75032258}" srcOrd="0" destOrd="0" presId="urn:microsoft.com/office/officeart/2005/8/layout/list1"/>
    <dgm:cxn modelId="{CE8CFA5E-0818-450E-932F-13F54DD3F549}" type="presParOf" srcId="{7B69886E-F8D8-4B31-8825-CBCDFBA52EAD}" destId="{BB220B32-471F-455F-92C1-29D1B08C61F7}" srcOrd="1" destOrd="0" presId="urn:microsoft.com/office/officeart/2005/8/layout/list1"/>
    <dgm:cxn modelId="{3E4E5DC2-0EBE-4576-8970-352623B8435A}" type="presParOf" srcId="{4512D810-A03C-463F-8AFE-8C321CB6BBBE}" destId="{3C836DEC-E184-4902-8ADE-60231F8C14DB}" srcOrd="9" destOrd="0" presId="urn:microsoft.com/office/officeart/2005/8/layout/list1"/>
    <dgm:cxn modelId="{24C62896-0CB4-42E7-B290-054AA0F1D563}" type="presParOf" srcId="{4512D810-A03C-463F-8AFE-8C321CB6BBBE}" destId="{CF0668D4-28C9-49B4-93D0-B73AAD7DBC18}" srcOrd="10" destOrd="0" presId="urn:microsoft.com/office/officeart/2005/8/layout/list1"/>
    <dgm:cxn modelId="{FD69992A-80F5-4A1F-B285-7A204EEC809D}" type="presParOf" srcId="{4512D810-A03C-463F-8AFE-8C321CB6BBBE}" destId="{32DF2868-23B6-4428-82F9-999A5F437ACD}" srcOrd="11" destOrd="0" presId="urn:microsoft.com/office/officeart/2005/8/layout/list1"/>
    <dgm:cxn modelId="{B6995F92-2290-4A9F-9DD9-7A0E3C90DDF7}" type="presParOf" srcId="{4512D810-A03C-463F-8AFE-8C321CB6BBBE}" destId="{492733F0-612C-476A-A6F3-2838839E08BC}" srcOrd="12" destOrd="0" presId="urn:microsoft.com/office/officeart/2005/8/layout/list1"/>
    <dgm:cxn modelId="{6A4627AA-E5EA-467D-A674-0AC52DB4A9E4}" type="presParOf" srcId="{492733F0-612C-476A-A6F3-2838839E08BC}" destId="{F8159D81-16ED-4D0F-999B-D3B9A8319D9C}" srcOrd="0" destOrd="0" presId="urn:microsoft.com/office/officeart/2005/8/layout/list1"/>
    <dgm:cxn modelId="{CFD48698-4746-4F55-ABD4-0700D0D57AA1}" type="presParOf" srcId="{492733F0-612C-476A-A6F3-2838839E08BC}" destId="{B1915D4F-7952-4786-9D77-60491FAC4423}" srcOrd="1" destOrd="0" presId="urn:microsoft.com/office/officeart/2005/8/layout/list1"/>
    <dgm:cxn modelId="{36791830-2E89-4D3F-961A-32566C8A6E24}" type="presParOf" srcId="{4512D810-A03C-463F-8AFE-8C321CB6BBBE}" destId="{E18C63FC-0857-4D05-BA02-63F9D853B42F}" srcOrd="13" destOrd="0" presId="urn:microsoft.com/office/officeart/2005/8/layout/list1"/>
    <dgm:cxn modelId="{DC2AC19E-D40F-439D-8BAE-87F8C9FCEF70}" type="presParOf" srcId="{4512D810-A03C-463F-8AFE-8C321CB6BBBE}" destId="{678D654E-AEDE-49E3-A8E4-8E9FE3A87B6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C47A05-53FF-4A3E-8A52-6B2A921A124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4E87F41B-1FEC-4A09-873D-41112938FCC5}">
      <dgm:prSet phldrT="[Text]" custT="1"/>
      <dgm:spPr/>
      <dgm:t>
        <a:bodyPr/>
        <a:lstStyle/>
        <a:p>
          <a:pPr>
            <a:buNone/>
          </a:pPr>
          <a:r>
            <a:rPr lang="en-IN" sz="900" dirty="0">
              <a:latin typeface="Posterama" panose="020B0504020200020000" pitchFamily="34" charset="0"/>
              <a:cs typeface="Posterama" panose="020B0504020200020000" pitchFamily="34" charset="0"/>
            </a:rPr>
            <a:t>Real-Time Geotagged Hazard Reporting  </a:t>
          </a:r>
        </a:p>
      </dgm:t>
    </dgm:pt>
    <dgm:pt modelId="{E8628CFC-93B0-4047-ACED-38E9A8511946}" type="parTrans" cxnId="{912540E5-6126-4DBF-A380-8C4B10BC5A72}">
      <dgm:prSet/>
      <dgm:spPr/>
      <dgm:t>
        <a:bodyPr/>
        <a:lstStyle/>
        <a:p>
          <a:endParaRPr lang="en-IN"/>
        </a:p>
      </dgm:t>
    </dgm:pt>
    <dgm:pt modelId="{C6BB7250-3AA1-44E1-820B-E658B7B36C48}" type="sibTrans" cxnId="{912540E5-6126-4DBF-A380-8C4B10BC5A72}">
      <dgm:prSet/>
      <dgm:spPr/>
      <dgm:t>
        <a:bodyPr/>
        <a:lstStyle/>
        <a:p>
          <a:endParaRPr lang="en-IN"/>
        </a:p>
      </dgm:t>
    </dgm:pt>
    <dgm:pt modelId="{2787700B-1C45-41C2-A167-7D0D78B18DD0}">
      <dgm:prSet phldrT="[Text]" custT="1"/>
      <dgm:spPr/>
      <dgm:t>
        <a:bodyPr/>
        <a:lstStyle/>
        <a:p>
          <a:pPr>
            <a:buFont typeface="Arial" panose="020B0604020202020204" pitchFamily="34" charset="0"/>
            <a:buNone/>
          </a:pPr>
          <a:r>
            <a:rPr lang="en-US" sz="900" dirty="0">
              <a:solidFill>
                <a:schemeClr val="bg2"/>
              </a:solidFill>
              <a:latin typeface="Posterama" panose="020B0504020200020000" pitchFamily="34" charset="0"/>
              <a:cs typeface="Posterama" panose="020B0504020200020000" pitchFamily="34" charset="0"/>
            </a:rPr>
            <a:t>Number of reports submitted per region.</a:t>
          </a:r>
          <a:endParaRPr lang="en-IN" sz="900" dirty="0">
            <a:solidFill>
              <a:schemeClr val="bg2"/>
            </a:solidFill>
            <a:latin typeface="Posterama" panose="020B0504020200020000" pitchFamily="34" charset="0"/>
            <a:cs typeface="Posterama" panose="020B0504020200020000" pitchFamily="34" charset="0"/>
          </a:endParaRPr>
        </a:p>
      </dgm:t>
    </dgm:pt>
    <dgm:pt modelId="{F3560B34-CB2C-4554-AB3C-5BFE7453C20D}" type="parTrans" cxnId="{8B654E8C-9602-43BA-BCE3-BDFBC40A2ACE}">
      <dgm:prSet/>
      <dgm:spPr/>
      <dgm:t>
        <a:bodyPr/>
        <a:lstStyle/>
        <a:p>
          <a:endParaRPr lang="en-IN"/>
        </a:p>
      </dgm:t>
    </dgm:pt>
    <dgm:pt modelId="{B3709DBA-EFC6-4955-8E23-AA5A914FE0EA}" type="sibTrans" cxnId="{8B654E8C-9602-43BA-BCE3-BDFBC40A2ACE}">
      <dgm:prSet/>
      <dgm:spPr/>
      <dgm:t>
        <a:bodyPr/>
        <a:lstStyle/>
        <a:p>
          <a:endParaRPr lang="en-IN"/>
        </a:p>
      </dgm:t>
    </dgm:pt>
    <dgm:pt modelId="{0B1F9530-771E-45A5-9D89-FF1D1C71EE5F}">
      <dgm:prSet phldrT="[Text]" custT="1"/>
      <dgm:spPr/>
      <dgm:t>
        <a:bodyPr/>
        <a:lstStyle/>
        <a:p>
          <a:pPr>
            <a:buNone/>
          </a:pPr>
          <a:r>
            <a:rPr lang="en-IN" sz="900" dirty="0">
              <a:latin typeface="Posterama" panose="020B0504020200020000" pitchFamily="34" charset="0"/>
              <a:cs typeface="Posterama" panose="020B0504020200020000" pitchFamily="34" charset="0"/>
            </a:rPr>
            <a:t>Dynamic Hotspot Detection</a:t>
          </a:r>
        </a:p>
      </dgm:t>
    </dgm:pt>
    <dgm:pt modelId="{74A813F8-2A0A-4210-BC3F-4DC5931E346B}" type="parTrans" cxnId="{9F3E6384-E800-418D-973A-86A1CE20AAC4}">
      <dgm:prSet/>
      <dgm:spPr/>
      <dgm:t>
        <a:bodyPr/>
        <a:lstStyle/>
        <a:p>
          <a:endParaRPr lang="en-IN"/>
        </a:p>
      </dgm:t>
    </dgm:pt>
    <dgm:pt modelId="{678BDAEA-E143-4763-A1AF-5B82756F97DB}" type="sibTrans" cxnId="{9F3E6384-E800-418D-973A-86A1CE20AAC4}">
      <dgm:prSet/>
      <dgm:spPr/>
      <dgm:t>
        <a:bodyPr/>
        <a:lstStyle/>
        <a:p>
          <a:endParaRPr lang="en-IN"/>
        </a:p>
      </dgm:t>
    </dgm:pt>
    <dgm:pt modelId="{2781970B-0085-48FB-859F-BCE064174581}">
      <dgm:prSet phldrT="[Tex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Automatic clustering of reports based on density and severity.</a:t>
          </a:r>
          <a:endParaRPr lang="en-IN" sz="900" dirty="0">
            <a:solidFill>
              <a:schemeClr val="bg2"/>
            </a:solidFill>
            <a:latin typeface="Posterama" panose="020B0504020200020000" pitchFamily="34" charset="0"/>
            <a:cs typeface="Posterama" panose="020B0504020200020000" pitchFamily="34" charset="0"/>
          </a:endParaRPr>
        </a:p>
      </dgm:t>
    </dgm:pt>
    <dgm:pt modelId="{DC5B12CB-9FE3-42F8-8ABE-DD0461C53E39}" type="parTrans" cxnId="{F83E64F3-1DAC-4695-9CAC-05781632988D}">
      <dgm:prSet/>
      <dgm:spPr/>
      <dgm:t>
        <a:bodyPr/>
        <a:lstStyle/>
        <a:p>
          <a:endParaRPr lang="en-IN"/>
        </a:p>
      </dgm:t>
    </dgm:pt>
    <dgm:pt modelId="{09EBF885-3416-4655-8249-EFC32FEC3939}" type="sibTrans" cxnId="{F83E64F3-1DAC-4695-9CAC-05781632988D}">
      <dgm:prSet/>
      <dgm:spPr/>
      <dgm:t>
        <a:bodyPr/>
        <a:lstStyle/>
        <a:p>
          <a:endParaRPr lang="en-IN"/>
        </a:p>
      </dgm:t>
    </dgm:pt>
    <dgm:pt modelId="{35671CC1-D664-4CC3-8AD9-0AB52D4F8F4D}">
      <dgm:prSet phldrT="[Text]" custT="1"/>
      <dgm:spPr/>
      <dgm:t>
        <a:bodyPr/>
        <a:lstStyle/>
        <a:p>
          <a:pPr>
            <a:buNone/>
          </a:pPr>
          <a:r>
            <a:rPr lang="en-IN" sz="900" dirty="0">
              <a:latin typeface="Posterama" panose="020B0504020200020000" pitchFamily="34" charset="0"/>
              <a:cs typeface="Posterama" panose="020B0504020200020000" pitchFamily="34" charset="0"/>
            </a:rPr>
            <a:t>NLP-Based Social Media </a:t>
          </a:r>
        </a:p>
        <a:p>
          <a:pPr>
            <a:buNone/>
          </a:pPr>
          <a:r>
            <a:rPr lang="en-IN" sz="900" dirty="0">
              <a:latin typeface="Posterama" panose="020B0504020200020000" pitchFamily="34" charset="0"/>
              <a:cs typeface="Posterama" panose="020B0504020200020000" pitchFamily="34" charset="0"/>
            </a:rPr>
            <a:t>Classification</a:t>
          </a:r>
        </a:p>
      </dgm:t>
    </dgm:pt>
    <dgm:pt modelId="{B489008C-E729-44FA-B6F7-D3F0213EDEB3}" type="parTrans" cxnId="{205E720A-D860-41B9-B64A-22F9F04666BE}">
      <dgm:prSet/>
      <dgm:spPr/>
      <dgm:t>
        <a:bodyPr/>
        <a:lstStyle/>
        <a:p>
          <a:endParaRPr lang="en-IN"/>
        </a:p>
      </dgm:t>
    </dgm:pt>
    <dgm:pt modelId="{0EC89B88-C973-4204-9221-2EA42475B7C6}" type="sibTrans" cxnId="{205E720A-D860-41B9-B64A-22F9F04666BE}">
      <dgm:prSet/>
      <dgm:spPr/>
      <dgm:t>
        <a:bodyPr/>
        <a:lstStyle/>
        <a:p>
          <a:endParaRPr lang="en-IN"/>
        </a:p>
      </dgm:t>
    </dgm:pt>
    <dgm:pt modelId="{0BE39D57-D067-4206-9C65-EAE98BA51E54}">
      <dgm:prSet phldrT="[Tex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AI model detects hazard-related posts from Twitter/YouTube.</a:t>
          </a:r>
          <a:endParaRPr lang="en-IN" sz="900" dirty="0">
            <a:solidFill>
              <a:schemeClr val="bg2"/>
            </a:solidFill>
            <a:latin typeface="Posterama" panose="020B0504020200020000" pitchFamily="34" charset="0"/>
            <a:cs typeface="Posterama" panose="020B0504020200020000" pitchFamily="34" charset="0"/>
          </a:endParaRPr>
        </a:p>
      </dgm:t>
    </dgm:pt>
    <dgm:pt modelId="{3A36B83D-0911-4DA3-A9A4-D1682F5D776F}" type="parTrans" cxnId="{CC0C55BC-4DF7-4730-9812-06717938E229}">
      <dgm:prSet/>
      <dgm:spPr/>
      <dgm:t>
        <a:bodyPr/>
        <a:lstStyle/>
        <a:p>
          <a:endParaRPr lang="en-IN"/>
        </a:p>
      </dgm:t>
    </dgm:pt>
    <dgm:pt modelId="{6C315557-25D1-4A7E-8F7B-0EA71411FD8C}" type="sibTrans" cxnId="{CC0C55BC-4DF7-4730-9812-06717938E229}">
      <dgm:prSet/>
      <dgm:spPr/>
      <dgm:t>
        <a:bodyPr/>
        <a:lstStyle/>
        <a:p>
          <a:endParaRPr lang="en-IN"/>
        </a:p>
      </dgm:t>
    </dgm:pt>
    <dgm:pt modelId="{CB547E03-E4EE-492F-BAEE-B841FDA833AD}">
      <dgm:prSet phldrT="[Text]" custT="1"/>
      <dgm:spPr/>
      <dgm:t>
        <a:bodyPr/>
        <a:lstStyle/>
        <a:p>
          <a:pPr>
            <a:buNone/>
          </a:pPr>
          <a:r>
            <a:rPr lang="en-IN" sz="900" dirty="0">
              <a:solidFill>
                <a:schemeClr val="bg2"/>
              </a:solidFill>
              <a:latin typeface="Posterama" panose="020B0504020200020000" pitchFamily="34" charset="0"/>
              <a:cs typeface="Posterama" panose="020B0504020200020000" pitchFamily="34" charset="0"/>
            </a:rPr>
            <a:t>Classification accuracy (%).</a:t>
          </a:r>
        </a:p>
      </dgm:t>
    </dgm:pt>
    <dgm:pt modelId="{467EBA35-2010-4651-BEC2-EC0AFED6354A}" type="parTrans" cxnId="{8397DFD4-C4C2-4496-A55D-E8CC2D044093}">
      <dgm:prSet/>
      <dgm:spPr/>
      <dgm:t>
        <a:bodyPr/>
        <a:lstStyle/>
        <a:p>
          <a:endParaRPr lang="en-IN"/>
        </a:p>
      </dgm:t>
    </dgm:pt>
    <dgm:pt modelId="{62289B25-510E-43AC-A3D1-8D4E37788356}" type="sibTrans" cxnId="{8397DFD4-C4C2-4496-A55D-E8CC2D044093}">
      <dgm:prSet/>
      <dgm:spPr/>
      <dgm:t>
        <a:bodyPr/>
        <a:lstStyle/>
        <a:p>
          <a:endParaRPr lang="en-IN"/>
        </a:p>
      </dgm:t>
    </dgm:pt>
    <dgm:pt modelId="{62345969-8D61-4370-8BEC-36CFD97B609A}">
      <dgm:prSet custT="1"/>
      <dgm:spPr/>
      <dgm:t>
        <a:bodyPr/>
        <a:lstStyle/>
        <a:p>
          <a:pPr>
            <a:buNone/>
          </a:pPr>
          <a:r>
            <a:rPr lang="en-IN" sz="900" dirty="0">
              <a:latin typeface="Posterama" panose="020B0504020200020000" pitchFamily="34" charset="0"/>
              <a:cs typeface="Posterama" panose="020B0504020200020000" pitchFamily="34" charset="0"/>
            </a:rPr>
            <a:t>Role-Based Access </a:t>
          </a:r>
        </a:p>
        <a:p>
          <a:pPr>
            <a:buNone/>
          </a:pPr>
          <a:r>
            <a:rPr lang="en-IN" sz="900" dirty="0">
              <a:latin typeface="Posterama" panose="020B0504020200020000" pitchFamily="34" charset="0"/>
              <a:cs typeface="Posterama" panose="020B0504020200020000" pitchFamily="34" charset="0"/>
            </a:rPr>
            <a:t>Control</a:t>
          </a:r>
        </a:p>
      </dgm:t>
    </dgm:pt>
    <dgm:pt modelId="{63B7E652-5173-40B7-9A4C-A12D074CF2D7}" type="parTrans" cxnId="{17A3FC34-9C65-42DE-966E-22ADA3FA0C41}">
      <dgm:prSet/>
      <dgm:spPr/>
      <dgm:t>
        <a:bodyPr/>
        <a:lstStyle/>
        <a:p>
          <a:endParaRPr lang="en-IN"/>
        </a:p>
      </dgm:t>
    </dgm:pt>
    <dgm:pt modelId="{37260401-6465-40AB-8CA5-06D1245693DC}" type="sibTrans" cxnId="{17A3FC34-9C65-42DE-966E-22ADA3FA0C41}">
      <dgm:prSet/>
      <dgm:spPr/>
      <dgm:t>
        <a:bodyPr/>
        <a:lstStyle/>
        <a:p>
          <a:endParaRPr lang="en-IN"/>
        </a:p>
      </dgm:t>
    </dgm:pt>
    <dgm:pt modelId="{4AD14C36-C997-4092-9148-9B93A9EF68AE}">
      <dgm:prSet custT="1"/>
      <dgm:spPr/>
      <dgm:t>
        <a:bodyPr/>
        <a:lstStyle/>
        <a:p>
          <a:pPr>
            <a:buNone/>
          </a:pPr>
          <a:r>
            <a:rPr lang="en-IN" sz="900" dirty="0">
              <a:latin typeface="Posterama" panose="020B0504020200020000" pitchFamily="34" charset="0"/>
              <a:cs typeface="Posterama" panose="020B0504020200020000" pitchFamily="34" charset="0"/>
            </a:rPr>
            <a:t>Offline Data Collection</a:t>
          </a:r>
        </a:p>
        <a:p>
          <a:pPr>
            <a:buNone/>
          </a:pPr>
          <a:r>
            <a:rPr lang="en-IN" sz="900" dirty="0">
              <a:latin typeface="Posterama" panose="020B0504020200020000" pitchFamily="34" charset="0"/>
              <a:cs typeface="Posterama" panose="020B0504020200020000" pitchFamily="34" charset="0"/>
            </a:rPr>
            <a:t>&amp; Sync </a:t>
          </a:r>
        </a:p>
      </dgm:t>
    </dgm:pt>
    <dgm:pt modelId="{0EC16AAC-AC9A-4E4F-9CE0-AE103095F398}" type="parTrans" cxnId="{9E2AD9BB-86B1-42D4-806D-8CBAB2F34B10}">
      <dgm:prSet/>
      <dgm:spPr/>
      <dgm:t>
        <a:bodyPr/>
        <a:lstStyle/>
        <a:p>
          <a:endParaRPr lang="en-IN"/>
        </a:p>
      </dgm:t>
    </dgm:pt>
    <dgm:pt modelId="{65502A77-C764-4AF2-8526-0948904F8536}" type="sibTrans" cxnId="{9E2AD9BB-86B1-42D4-806D-8CBAB2F34B10}">
      <dgm:prSet/>
      <dgm:spPr/>
      <dgm:t>
        <a:bodyPr/>
        <a:lstStyle/>
        <a:p>
          <a:endParaRPr lang="en-IN"/>
        </a:p>
      </dgm:t>
    </dgm:pt>
    <dgm:pt modelId="{6E580614-8922-4723-B015-4A7C6ED3A00A}">
      <dgm:prSet custT="1"/>
      <dgm:spPr/>
      <dgm:t>
        <a:bodyPr/>
        <a:lstStyle/>
        <a:p>
          <a:pPr>
            <a:buNone/>
          </a:pPr>
          <a:r>
            <a:rPr lang="en-IN" sz="900" dirty="0">
              <a:latin typeface="Posterama" panose="020B0504020200020000" pitchFamily="34" charset="0"/>
              <a:cs typeface="Posterama" panose="020B0504020200020000" pitchFamily="34" charset="0"/>
            </a:rPr>
            <a:t>Real-Time Notification &amp; Alert Triggering</a:t>
          </a:r>
        </a:p>
      </dgm:t>
    </dgm:pt>
    <dgm:pt modelId="{645A2124-BCFB-4667-ABEE-8DA5738B9AAB}" type="parTrans" cxnId="{AEE33DED-EA0C-42C8-A941-BB1C6D927D38}">
      <dgm:prSet/>
      <dgm:spPr/>
      <dgm:t>
        <a:bodyPr/>
        <a:lstStyle/>
        <a:p>
          <a:endParaRPr lang="en-IN"/>
        </a:p>
      </dgm:t>
    </dgm:pt>
    <dgm:pt modelId="{0839D377-BBC0-415C-AD5A-DE3637AFEB5E}" type="sibTrans" cxnId="{AEE33DED-EA0C-42C8-A941-BB1C6D927D38}">
      <dgm:prSet/>
      <dgm:spPr/>
      <dgm:t>
        <a:bodyPr/>
        <a:lstStyle/>
        <a:p>
          <a:endParaRPr lang="en-IN"/>
        </a:p>
      </dgm:t>
    </dgm:pt>
    <dgm:pt modelId="{95567AE0-8E85-430A-9005-B4AA79FD6D69}">
      <dgm:prSet custT="1"/>
      <dgm:spPr/>
      <dgm:t>
        <a:bodyPr/>
        <a:lstStyle/>
        <a:p>
          <a:pPr>
            <a:buFont typeface="Arial" panose="020B0604020202020204" pitchFamily="34" charset="0"/>
            <a:buNone/>
          </a:pPr>
          <a:r>
            <a:rPr lang="en-IN" sz="900" dirty="0">
              <a:solidFill>
                <a:schemeClr val="bg2"/>
              </a:solidFill>
              <a:latin typeface="Posterama" panose="020B0504020200020000" pitchFamily="34" charset="0"/>
              <a:cs typeface="Posterama" panose="020B0504020200020000" pitchFamily="34" charset="0"/>
            </a:rPr>
            <a:t>Average submission-to-display time (latency).</a:t>
          </a:r>
        </a:p>
      </dgm:t>
    </dgm:pt>
    <dgm:pt modelId="{D0266179-FF14-4EC4-8DC3-844DDEA5BB21}" type="parTrans" cxnId="{E8B5B867-EC8E-457C-93EA-6F70BE5F79A9}">
      <dgm:prSet/>
      <dgm:spPr/>
      <dgm:t>
        <a:bodyPr/>
        <a:lstStyle/>
        <a:p>
          <a:endParaRPr lang="en-IN"/>
        </a:p>
      </dgm:t>
    </dgm:pt>
    <dgm:pt modelId="{8F751683-E323-482A-B608-209CC00E1D34}" type="sibTrans" cxnId="{E8B5B867-EC8E-457C-93EA-6F70BE5F79A9}">
      <dgm:prSet/>
      <dgm:spPr/>
      <dgm:t>
        <a:bodyPr/>
        <a:lstStyle/>
        <a:p>
          <a:endParaRPr lang="en-IN"/>
        </a:p>
      </dgm:t>
    </dgm:pt>
    <dgm:pt modelId="{29D93990-CF76-4E26-A103-CA8E971B9DA8}">
      <dgm:prSe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 Users can submit reports without internet.</a:t>
          </a:r>
        </a:p>
      </dgm:t>
    </dgm:pt>
    <dgm:pt modelId="{CFB23D0F-8CCC-4C65-A17E-D26EDCA6899E}" type="parTrans" cxnId="{28481773-0E3E-481A-89F3-673092B39062}">
      <dgm:prSet/>
      <dgm:spPr/>
      <dgm:t>
        <a:bodyPr/>
        <a:lstStyle/>
        <a:p>
          <a:endParaRPr lang="en-IN"/>
        </a:p>
      </dgm:t>
    </dgm:pt>
    <dgm:pt modelId="{D0120C4B-5180-41FB-BDFF-C5520CB498C0}" type="sibTrans" cxnId="{28481773-0E3E-481A-89F3-673092B39062}">
      <dgm:prSet/>
      <dgm:spPr/>
      <dgm:t>
        <a:bodyPr/>
        <a:lstStyle/>
        <a:p>
          <a:endParaRPr lang="en-IN"/>
        </a:p>
      </dgm:t>
    </dgm:pt>
    <dgm:pt modelId="{1A2ABC42-1FBB-4BBE-B06A-404DB7F39D92}">
      <dgm:prSet custT="1"/>
      <dgm:spPr/>
      <dgm:t>
        <a:bodyPr/>
        <a:lstStyle/>
        <a:p>
          <a:pPr>
            <a:buNone/>
          </a:pPr>
          <a:r>
            <a:rPr lang="en-IN" sz="900" dirty="0">
              <a:solidFill>
                <a:schemeClr val="bg2"/>
              </a:solidFill>
              <a:latin typeface="Posterama" panose="020B0504020200020000" pitchFamily="34" charset="0"/>
              <a:cs typeface="Posterama" panose="020B0504020200020000" pitchFamily="34" charset="0"/>
            </a:rPr>
            <a:t>Separate dashboards for:</a:t>
          </a:r>
        </a:p>
      </dgm:t>
    </dgm:pt>
    <dgm:pt modelId="{45CEE022-21AD-4A36-BAA2-B4526E640DC0}" type="parTrans" cxnId="{A5F3B2FC-7C63-46E0-A6F6-77BCE28909DA}">
      <dgm:prSet/>
      <dgm:spPr/>
      <dgm:t>
        <a:bodyPr/>
        <a:lstStyle/>
        <a:p>
          <a:endParaRPr lang="en-IN"/>
        </a:p>
      </dgm:t>
    </dgm:pt>
    <dgm:pt modelId="{6320FD74-A709-48D2-86F1-D1B2E4F69338}" type="sibTrans" cxnId="{A5F3B2FC-7C63-46E0-A6F6-77BCE28909DA}">
      <dgm:prSet/>
      <dgm:spPr/>
      <dgm:t>
        <a:bodyPr/>
        <a:lstStyle/>
        <a:p>
          <a:endParaRPr lang="en-IN"/>
        </a:p>
      </dgm:t>
    </dgm:pt>
    <dgm:pt modelId="{DF5DD80B-BDE1-46AC-8711-116C3287710E}">
      <dgm:prSet custT="1"/>
      <dgm:spPr/>
      <dgm:t>
        <a:bodyPr/>
        <a:lstStyle/>
        <a:p>
          <a:pPr>
            <a:buFont typeface="Arial" panose="020B0604020202020204" pitchFamily="34" charset="0"/>
            <a:buChar char="•"/>
          </a:pPr>
          <a:r>
            <a:rPr lang="en-IN" sz="900" dirty="0">
              <a:solidFill>
                <a:schemeClr val="bg2"/>
              </a:solidFill>
              <a:latin typeface="Posterama" panose="020B0504020200020000" pitchFamily="34" charset="0"/>
              <a:cs typeface="Posterama" panose="020B0504020200020000" pitchFamily="34" charset="0"/>
            </a:rPr>
            <a:t>Citizens</a:t>
          </a:r>
        </a:p>
      </dgm:t>
    </dgm:pt>
    <dgm:pt modelId="{9FCDF6AB-0E7E-44C4-B97B-C629B701806F}" type="parTrans" cxnId="{BCB917A6-7579-4533-BC90-F8F57F2BC3AA}">
      <dgm:prSet/>
      <dgm:spPr/>
      <dgm:t>
        <a:bodyPr/>
        <a:lstStyle/>
        <a:p>
          <a:endParaRPr lang="en-IN"/>
        </a:p>
      </dgm:t>
    </dgm:pt>
    <dgm:pt modelId="{75B8E53A-27C1-4E8E-9EBA-3D574FB3C614}" type="sibTrans" cxnId="{BCB917A6-7579-4533-BC90-F8F57F2BC3AA}">
      <dgm:prSet/>
      <dgm:spPr/>
      <dgm:t>
        <a:bodyPr/>
        <a:lstStyle/>
        <a:p>
          <a:endParaRPr lang="en-IN"/>
        </a:p>
      </dgm:t>
    </dgm:pt>
    <dgm:pt modelId="{F562FA81-F009-4C49-8E3D-8D4466F1FD51}">
      <dgm:prSet custT="1"/>
      <dgm:spPr/>
      <dgm:t>
        <a:bodyPr/>
        <a:lstStyle/>
        <a:p>
          <a:pPr>
            <a:buFont typeface="Arial" panose="020B0604020202020204" pitchFamily="34" charset="0"/>
            <a:buChar char="•"/>
          </a:pPr>
          <a:r>
            <a:rPr lang="en-IN" sz="900" dirty="0">
              <a:solidFill>
                <a:schemeClr val="bg2"/>
              </a:solidFill>
              <a:latin typeface="Posterama" panose="020B0504020200020000" pitchFamily="34" charset="0"/>
              <a:cs typeface="Posterama" panose="020B0504020200020000" pitchFamily="34" charset="0"/>
            </a:rPr>
            <a:t>Government Officials</a:t>
          </a:r>
        </a:p>
      </dgm:t>
    </dgm:pt>
    <dgm:pt modelId="{20D75645-C598-474D-8E1C-AF1705C38B3B}" type="parTrans" cxnId="{5A90C9D0-77D7-4210-9481-C353E2D49FE1}">
      <dgm:prSet/>
      <dgm:spPr/>
      <dgm:t>
        <a:bodyPr/>
        <a:lstStyle/>
        <a:p>
          <a:endParaRPr lang="en-IN"/>
        </a:p>
      </dgm:t>
    </dgm:pt>
    <dgm:pt modelId="{1E6CF572-1207-4F57-A862-9DDD7F3A3A7F}" type="sibTrans" cxnId="{5A90C9D0-77D7-4210-9481-C353E2D49FE1}">
      <dgm:prSet/>
      <dgm:spPr/>
      <dgm:t>
        <a:bodyPr/>
        <a:lstStyle/>
        <a:p>
          <a:endParaRPr lang="en-IN"/>
        </a:p>
      </dgm:t>
    </dgm:pt>
    <dgm:pt modelId="{93683EEB-A241-49DD-86BC-080B84D218C4}">
      <dgm:prSe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 Alerts generated based on report threshold or sentiment spike.</a:t>
          </a:r>
        </a:p>
      </dgm:t>
    </dgm:pt>
    <dgm:pt modelId="{704C5B2E-87F2-49ED-B941-5BB14B62035A}" type="parTrans" cxnId="{854E51CF-7393-4959-818D-A5EC6E95221F}">
      <dgm:prSet/>
      <dgm:spPr/>
      <dgm:t>
        <a:bodyPr/>
        <a:lstStyle/>
        <a:p>
          <a:endParaRPr lang="en-IN"/>
        </a:p>
      </dgm:t>
    </dgm:pt>
    <dgm:pt modelId="{0D54115A-46CD-40E2-8507-D9D02970DC72}" type="sibTrans" cxnId="{854E51CF-7393-4959-818D-A5EC6E95221F}">
      <dgm:prSet/>
      <dgm:spPr/>
      <dgm:t>
        <a:bodyPr/>
        <a:lstStyle/>
        <a:p>
          <a:endParaRPr lang="en-IN"/>
        </a:p>
      </dgm:t>
    </dgm:pt>
    <dgm:pt modelId="{A6D0D404-ECAC-46A4-A249-16DB199D2133}">
      <dgm:prSe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Officials receive instant notifications.</a:t>
          </a:r>
        </a:p>
      </dgm:t>
    </dgm:pt>
    <dgm:pt modelId="{54F580F8-6784-4099-A275-09C57A8DA2C6}" type="parTrans" cxnId="{8FD4FA57-BB8D-4924-82EF-1FA32B2C2B99}">
      <dgm:prSet/>
      <dgm:spPr/>
      <dgm:t>
        <a:bodyPr/>
        <a:lstStyle/>
        <a:p>
          <a:endParaRPr lang="en-IN"/>
        </a:p>
      </dgm:t>
    </dgm:pt>
    <dgm:pt modelId="{AE01FC41-90AC-4CD9-A18D-206435410881}" type="sibTrans" cxnId="{8FD4FA57-BB8D-4924-82EF-1FA32B2C2B99}">
      <dgm:prSet/>
      <dgm:spPr/>
      <dgm:t>
        <a:bodyPr/>
        <a:lstStyle/>
        <a:p>
          <a:endParaRPr lang="en-IN"/>
        </a:p>
      </dgm:t>
    </dgm:pt>
    <dgm:pt modelId="{0C304AB7-D33D-4936-8AF3-2577ACC65B39}">
      <dgm:prSet phldrT="[Text]" custT="1"/>
      <dgm:spPr/>
      <dgm:t>
        <a:bodyPr/>
        <a:lstStyle/>
        <a:p>
          <a:pPr>
            <a:buNone/>
          </a:pPr>
          <a:r>
            <a:rPr lang="en-IN" sz="900" dirty="0">
              <a:solidFill>
                <a:schemeClr val="bg2"/>
              </a:solidFill>
              <a:latin typeface="Posterama" panose="020B0504020200020000" pitchFamily="34" charset="0"/>
              <a:cs typeface="Posterama" panose="020B0504020200020000" pitchFamily="34" charset="0"/>
            </a:rPr>
            <a:t>Report density per hotspot.</a:t>
          </a:r>
        </a:p>
      </dgm:t>
    </dgm:pt>
    <dgm:pt modelId="{074A46EA-6315-417D-BC20-EAB0A7C0B74A}" type="parTrans" cxnId="{226AB49A-E330-46C4-94AE-853D173955BF}">
      <dgm:prSet/>
      <dgm:spPr/>
      <dgm:t>
        <a:bodyPr/>
        <a:lstStyle/>
        <a:p>
          <a:endParaRPr lang="en-IN"/>
        </a:p>
      </dgm:t>
    </dgm:pt>
    <dgm:pt modelId="{41CDF277-D855-44D6-839C-250FBF9448C3}" type="sibTrans" cxnId="{226AB49A-E330-46C4-94AE-853D173955BF}">
      <dgm:prSet/>
      <dgm:spPr/>
      <dgm:t>
        <a:bodyPr/>
        <a:lstStyle/>
        <a:p>
          <a:endParaRPr lang="en-IN"/>
        </a:p>
      </dgm:t>
    </dgm:pt>
    <dgm:pt modelId="{FDD06F22-8DB8-45BE-A610-DED8E0E3B79F}">
      <dgm:prSet custT="1"/>
      <dgm:spPr/>
      <dgm:t>
        <a:bodyPr/>
        <a:lstStyle/>
        <a:p>
          <a:pPr>
            <a:buNone/>
          </a:pPr>
          <a:r>
            <a:rPr lang="en-US" sz="900" dirty="0">
              <a:solidFill>
                <a:schemeClr val="bg2"/>
              </a:solidFill>
              <a:latin typeface="Posterama" panose="020B0504020200020000" pitchFamily="34" charset="0"/>
              <a:cs typeface="Posterama" panose="020B0504020200020000" pitchFamily="34" charset="0"/>
            </a:rPr>
            <a:t> Auto-sync when connectivity is restored.</a:t>
          </a:r>
        </a:p>
      </dgm:t>
    </dgm:pt>
    <dgm:pt modelId="{8A4A71D3-E59B-47BD-931A-E2975062CCFB}" type="parTrans" cxnId="{D745B295-225C-4C0F-8694-872C32BF693C}">
      <dgm:prSet/>
      <dgm:spPr/>
      <dgm:t>
        <a:bodyPr/>
        <a:lstStyle/>
        <a:p>
          <a:endParaRPr lang="en-IN"/>
        </a:p>
      </dgm:t>
    </dgm:pt>
    <dgm:pt modelId="{CABAFE77-1A8F-4FD5-BEEC-DD1ABF7B2C80}" type="sibTrans" cxnId="{D745B295-225C-4C0F-8694-872C32BF693C}">
      <dgm:prSet/>
      <dgm:spPr/>
      <dgm:t>
        <a:bodyPr/>
        <a:lstStyle/>
        <a:p>
          <a:endParaRPr lang="en-IN"/>
        </a:p>
      </dgm:t>
    </dgm:pt>
    <dgm:pt modelId="{A7189790-7179-4F70-887A-8F6CB76F1B66}" type="pres">
      <dgm:prSet presAssocID="{4AC47A05-53FF-4A3E-8A52-6B2A921A1244}" presName="Name0" presStyleCnt="0">
        <dgm:presLayoutVars>
          <dgm:dir/>
          <dgm:animLvl val="lvl"/>
          <dgm:resizeHandles val="exact"/>
        </dgm:presLayoutVars>
      </dgm:prSet>
      <dgm:spPr/>
    </dgm:pt>
    <dgm:pt modelId="{F0463D81-9BD3-4B9A-907F-86079CB373EF}" type="pres">
      <dgm:prSet presAssocID="{4E87F41B-1FEC-4A09-873D-41112938FCC5}" presName="linNode" presStyleCnt="0"/>
      <dgm:spPr/>
    </dgm:pt>
    <dgm:pt modelId="{D5BE8DE6-599C-43EA-87DD-2F8F806723AE}" type="pres">
      <dgm:prSet presAssocID="{4E87F41B-1FEC-4A09-873D-41112938FCC5}" presName="parentText" presStyleLbl="node1" presStyleIdx="0" presStyleCnt="6">
        <dgm:presLayoutVars>
          <dgm:chMax val="1"/>
          <dgm:bulletEnabled val="1"/>
        </dgm:presLayoutVars>
      </dgm:prSet>
      <dgm:spPr/>
    </dgm:pt>
    <dgm:pt modelId="{F6B8ED4B-D137-4993-89CD-649C4008BA05}" type="pres">
      <dgm:prSet presAssocID="{4E87F41B-1FEC-4A09-873D-41112938FCC5}" presName="descendantText" presStyleLbl="alignAccFollowNode1" presStyleIdx="0" presStyleCnt="6">
        <dgm:presLayoutVars>
          <dgm:bulletEnabled val="1"/>
        </dgm:presLayoutVars>
      </dgm:prSet>
      <dgm:spPr/>
    </dgm:pt>
    <dgm:pt modelId="{881F29FE-F2FB-4E07-8815-6D14134C1FC9}" type="pres">
      <dgm:prSet presAssocID="{C6BB7250-3AA1-44E1-820B-E658B7B36C48}" presName="sp" presStyleCnt="0"/>
      <dgm:spPr/>
    </dgm:pt>
    <dgm:pt modelId="{50D77343-55EF-4427-8EA7-887246095232}" type="pres">
      <dgm:prSet presAssocID="{0B1F9530-771E-45A5-9D89-FF1D1C71EE5F}" presName="linNode" presStyleCnt="0"/>
      <dgm:spPr/>
    </dgm:pt>
    <dgm:pt modelId="{9CA724D3-D725-4B59-8F98-D659DEC65C32}" type="pres">
      <dgm:prSet presAssocID="{0B1F9530-771E-45A5-9D89-FF1D1C71EE5F}" presName="parentText" presStyleLbl="node1" presStyleIdx="1" presStyleCnt="6">
        <dgm:presLayoutVars>
          <dgm:chMax val="1"/>
          <dgm:bulletEnabled val="1"/>
        </dgm:presLayoutVars>
      </dgm:prSet>
      <dgm:spPr/>
    </dgm:pt>
    <dgm:pt modelId="{9891D17C-9D06-4D06-8582-A7C9D5EB84D6}" type="pres">
      <dgm:prSet presAssocID="{0B1F9530-771E-45A5-9D89-FF1D1C71EE5F}" presName="descendantText" presStyleLbl="alignAccFollowNode1" presStyleIdx="1" presStyleCnt="6">
        <dgm:presLayoutVars>
          <dgm:bulletEnabled val="1"/>
        </dgm:presLayoutVars>
      </dgm:prSet>
      <dgm:spPr/>
    </dgm:pt>
    <dgm:pt modelId="{7CF9444B-E114-40CE-8175-6DA21074FC51}" type="pres">
      <dgm:prSet presAssocID="{678BDAEA-E143-4763-A1AF-5B82756F97DB}" presName="sp" presStyleCnt="0"/>
      <dgm:spPr/>
    </dgm:pt>
    <dgm:pt modelId="{CEC24044-9A24-4CDB-8179-9C4A668A0799}" type="pres">
      <dgm:prSet presAssocID="{35671CC1-D664-4CC3-8AD9-0AB52D4F8F4D}" presName="linNode" presStyleCnt="0"/>
      <dgm:spPr/>
    </dgm:pt>
    <dgm:pt modelId="{4E6FDF3A-C90E-4356-B714-F736A6C381EE}" type="pres">
      <dgm:prSet presAssocID="{35671CC1-D664-4CC3-8AD9-0AB52D4F8F4D}" presName="parentText" presStyleLbl="node1" presStyleIdx="2" presStyleCnt="6">
        <dgm:presLayoutVars>
          <dgm:chMax val="1"/>
          <dgm:bulletEnabled val="1"/>
        </dgm:presLayoutVars>
      </dgm:prSet>
      <dgm:spPr/>
    </dgm:pt>
    <dgm:pt modelId="{76A6342E-734E-4A2E-8803-E1AFE8B34C18}" type="pres">
      <dgm:prSet presAssocID="{35671CC1-D664-4CC3-8AD9-0AB52D4F8F4D}" presName="descendantText" presStyleLbl="alignAccFollowNode1" presStyleIdx="2" presStyleCnt="6">
        <dgm:presLayoutVars>
          <dgm:bulletEnabled val="1"/>
        </dgm:presLayoutVars>
      </dgm:prSet>
      <dgm:spPr/>
    </dgm:pt>
    <dgm:pt modelId="{E3280C2E-F00C-495C-9E7B-290A7A4DDE1C}" type="pres">
      <dgm:prSet presAssocID="{0EC89B88-C973-4204-9221-2EA42475B7C6}" presName="sp" presStyleCnt="0"/>
      <dgm:spPr/>
    </dgm:pt>
    <dgm:pt modelId="{06026AB6-5153-4EFD-A27A-AB3C1444182F}" type="pres">
      <dgm:prSet presAssocID="{4AD14C36-C997-4092-9148-9B93A9EF68AE}" presName="linNode" presStyleCnt="0"/>
      <dgm:spPr/>
    </dgm:pt>
    <dgm:pt modelId="{2AF87461-35AD-4D07-A607-5F6CF0653FBE}" type="pres">
      <dgm:prSet presAssocID="{4AD14C36-C997-4092-9148-9B93A9EF68AE}" presName="parentText" presStyleLbl="node1" presStyleIdx="3" presStyleCnt="6">
        <dgm:presLayoutVars>
          <dgm:chMax val="1"/>
          <dgm:bulletEnabled val="1"/>
        </dgm:presLayoutVars>
      </dgm:prSet>
      <dgm:spPr/>
    </dgm:pt>
    <dgm:pt modelId="{80444BE1-1019-407B-BA06-0F21D79C475F}" type="pres">
      <dgm:prSet presAssocID="{4AD14C36-C997-4092-9148-9B93A9EF68AE}" presName="descendantText" presStyleLbl="alignAccFollowNode1" presStyleIdx="3" presStyleCnt="6">
        <dgm:presLayoutVars>
          <dgm:bulletEnabled val="1"/>
        </dgm:presLayoutVars>
      </dgm:prSet>
      <dgm:spPr/>
    </dgm:pt>
    <dgm:pt modelId="{F1D9D030-644F-4825-9DD4-50F03F8B2D0D}" type="pres">
      <dgm:prSet presAssocID="{65502A77-C764-4AF2-8526-0948904F8536}" presName="sp" presStyleCnt="0"/>
      <dgm:spPr/>
    </dgm:pt>
    <dgm:pt modelId="{A2DF8977-B09E-4183-8AEE-26589FEE9AD2}" type="pres">
      <dgm:prSet presAssocID="{62345969-8D61-4370-8BEC-36CFD97B609A}" presName="linNode" presStyleCnt="0"/>
      <dgm:spPr/>
    </dgm:pt>
    <dgm:pt modelId="{8FC2E917-DD40-420F-9C6B-0F27C41D006C}" type="pres">
      <dgm:prSet presAssocID="{62345969-8D61-4370-8BEC-36CFD97B609A}" presName="parentText" presStyleLbl="node1" presStyleIdx="4" presStyleCnt="6">
        <dgm:presLayoutVars>
          <dgm:chMax val="1"/>
          <dgm:bulletEnabled val="1"/>
        </dgm:presLayoutVars>
      </dgm:prSet>
      <dgm:spPr/>
    </dgm:pt>
    <dgm:pt modelId="{6935E953-B426-4630-8C45-98835C2A1747}" type="pres">
      <dgm:prSet presAssocID="{62345969-8D61-4370-8BEC-36CFD97B609A}" presName="descendantText" presStyleLbl="alignAccFollowNode1" presStyleIdx="4" presStyleCnt="6">
        <dgm:presLayoutVars>
          <dgm:bulletEnabled val="1"/>
        </dgm:presLayoutVars>
      </dgm:prSet>
      <dgm:spPr/>
    </dgm:pt>
    <dgm:pt modelId="{F7D7847A-53E3-4F14-B4E8-83A6BF02D6DA}" type="pres">
      <dgm:prSet presAssocID="{37260401-6465-40AB-8CA5-06D1245693DC}" presName="sp" presStyleCnt="0"/>
      <dgm:spPr/>
    </dgm:pt>
    <dgm:pt modelId="{ED7683D0-9D46-47E6-B823-F829BC6D2525}" type="pres">
      <dgm:prSet presAssocID="{6E580614-8922-4723-B015-4A7C6ED3A00A}" presName="linNode" presStyleCnt="0"/>
      <dgm:spPr/>
    </dgm:pt>
    <dgm:pt modelId="{0EA75440-2287-41DF-A787-D28B70D90B63}" type="pres">
      <dgm:prSet presAssocID="{6E580614-8922-4723-B015-4A7C6ED3A00A}" presName="parentText" presStyleLbl="node1" presStyleIdx="5" presStyleCnt="6">
        <dgm:presLayoutVars>
          <dgm:chMax val="1"/>
          <dgm:bulletEnabled val="1"/>
        </dgm:presLayoutVars>
      </dgm:prSet>
      <dgm:spPr/>
    </dgm:pt>
    <dgm:pt modelId="{DD17EBDA-6F43-4D88-B2F2-7106475956E1}" type="pres">
      <dgm:prSet presAssocID="{6E580614-8922-4723-B015-4A7C6ED3A00A}" presName="descendantText" presStyleLbl="alignAccFollowNode1" presStyleIdx="5" presStyleCnt="6">
        <dgm:presLayoutVars>
          <dgm:bulletEnabled val="1"/>
        </dgm:presLayoutVars>
      </dgm:prSet>
      <dgm:spPr/>
    </dgm:pt>
  </dgm:ptLst>
  <dgm:cxnLst>
    <dgm:cxn modelId="{12CFF405-A317-43B7-B8FC-C355C2AB7A81}" type="presOf" srcId="{4E87F41B-1FEC-4A09-873D-41112938FCC5}" destId="{D5BE8DE6-599C-43EA-87DD-2F8F806723AE}" srcOrd="0" destOrd="0" presId="urn:microsoft.com/office/officeart/2005/8/layout/vList5"/>
    <dgm:cxn modelId="{205E720A-D860-41B9-B64A-22F9F04666BE}" srcId="{4AC47A05-53FF-4A3E-8A52-6B2A921A1244}" destId="{35671CC1-D664-4CC3-8AD9-0AB52D4F8F4D}" srcOrd="2" destOrd="0" parTransId="{B489008C-E729-44FA-B6F7-D3F0213EDEB3}" sibTransId="{0EC89B88-C973-4204-9221-2EA42475B7C6}"/>
    <dgm:cxn modelId="{2444C70F-FD85-4097-817C-0F785EB21E35}" type="presOf" srcId="{6E580614-8922-4723-B015-4A7C6ED3A00A}" destId="{0EA75440-2287-41DF-A787-D28B70D90B63}" srcOrd="0" destOrd="0" presId="urn:microsoft.com/office/officeart/2005/8/layout/vList5"/>
    <dgm:cxn modelId="{BEB21F13-5CE8-41FE-81F0-83FA0358E50C}" type="presOf" srcId="{4AC47A05-53FF-4A3E-8A52-6B2A921A1244}" destId="{A7189790-7179-4F70-887A-8F6CB76F1B66}" srcOrd="0" destOrd="0" presId="urn:microsoft.com/office/officeart/2005/8/layout/vList5"/>
    <dgm:cxn modelId="{4CB49026-FA1B-4A80-85FD-0785CED1D7E4}" type="presOf" srcId="{CB547E03-E4EE-492F-BAEE-B841FDA833AD}" destId="{76A6342E-734E-4A2E-8803-E1AFE8B34C18}" srcOrd="0" destOrd="1" presId="urn:microsoft.com/office/officeart/2005/8/layout/vList5"/>
    <dgm:cxn modelId="{346BED2F-5A93-49B2-85FB-3027ED85A344}" type="presOf" srcId="{29D93990-CF76-4E26-A103-CA8E971B9DA8}" destId="{80444BE1-1019-407B-BA06-0F21D79C475F}" srcOrd="0" destOrd="0" presId="urn:microsoft.com/office/officeart/2005/8/layout/vList5"/>
    <dgm:cxn modelId="{558E9832-7190-499B-A5B3-5C641B9B5460}" type="presOf" srcId="{DF5DD80B-BDE1-46AC-8711-116C3287710E}" destId="{6935E953-B426-4630-8C45-98835C2A1747}" srcOrd="0" destOrd="1" presId="urn:microsoft.com/office/officeart/2005/8/layout/vList5"/>
    <dgm:cxn modelId="{17A3FC34-9C65-42DE-966E-22ADA3FA0C41}" srcId="{4AC47A05-53FF-4A3E-8A52-6B2A921A1244}" destId="{62345969-8D61-4370-8BEC-36CFD97B609A}" srcOrd="4" destOrd="0" parTransId="{63B7E652-5173-40B7-9A4C-A12D074CF2D7}" sibTransId="{37260401-6465-40AB-8CA5-06D1245693DC}"/>
    <dgm:cxn modelId="{88E18936-B1B2-4F73-9680-5320991BFB21}" type="presOf" srcId="{A6D0D404-ECAC-46A4-A249-16DB199D2133}" destId="{DD17EBDA-6F43-4D88-B2F2-7106475956E1}" srcOrd="0" destOrd="1" presId="urn:microsoft.com/office/officeart/2005/8/layout/vList5"/>
    <dgm:cxn modelId="{4A00673B-6902-46F2-80C2-5102AABEBEA7}" type="presOf" srcId="{62345969-8D61-4370-8BEC-36CFD97B609A}" destId="{8FC2E917-DD40-420F-9C6B-0F27C41D006C}" srcOrd="0" destOrd="0" presId="urn:microsoft.com/office/officeart/2005/8/layout/vList5"/>
    <dgm:cxn modelId="{BE56BC65-4497-4C13-A48A-69515983D7D6}" type="presOf" srcId="{95567AE0-8E85-430A-9005-B4AA79FD6D69}" destId="{F6B8ED4B-D137-4993-89CD-649C4008BA05}" srcOrd="0" destOrd="1" presId="urn:microsoft.com/office/officeart/2005/8/layout/vList5"/>
    <dgm:cxn modelId="{E8B5B867-EC8E-457C-93EA-6F70BE5F79A9}" srcId="{4E87F41B-1FEC-4A09-873D-41112938FCC5}" destId="{95567AE0-8E85-430A-9005-B4AA79FD6D69}" srcOrd="1" destOrd="0" parTransId="{D0266179-FF14-4EC4-8DC3-844DDEA5BB21}" sibTransId="{8F751683-E323-482A-B608-209CC00E1D34}"/>
    <dgm:cxn modelId="{28481773-0E3E-481A-89F3-673092B39062}" srcId="{4AD14C36-C997-4092-9148-9B93A9EF68AE}" destId="{29D93990-CF76-4E26-A103-CA8E971B9DA8}" srcOrd="0" destOrd="0" parTransId="{CFB23D0F-8CCC-4C65-A17E-D26EDCA6899E}" sibTransId="{D0120C4B-5180-41FB-BDFF-C5520CB498C0}"/>
    <dgm:cxn modelId="{7B760376-0C76-4206-A8F1-17A6A2951318}" type="presOf" srcId="{2787700B-1C45-41C2-A167-7D0D78B18DD0}" destId="{F6B8ED4B-D137-4993-89CD-649C4008BA05}" srcOrd="0" destOrd="0" presId="urn:microsoft.com/office/officeart/2005/8/layout/vList5"/>
    <dgm:cxn modelId="{8FD4FA57-BB8D-4924-82EF-1FA32B2C2B99}" srcId="{6E580614-8922-4723-B015-4A7C6ED3A00A}" destId="{A6D0D404-ECAC-46A4-A249-16DB199D2133}" srcOrd="1" destOrd="0" parTransId="{54F580F8-6784-4099-A275-09C57A8DA2C6}" sibTransId="{AE01FC41-90AC-4CD9-A18D-206435410881}"/>
    <dgm:cxn modelId="{9F3E6384-E800-418D-973A-86A1CE20AAC4}" srcId="{4AC47A05-53FF-4A3E-8A52-6B2A921A1244}" destId="{0B1F9530-771E-45A5-9D89-FF1D1C71EE5F}" srcOrd="1" destOrd="0" parTransId="{74A813F8-2A0A-4210-BC3F-4DC5931E346B}" sibTransId="{678BDAEA-E143-4763-A1AF-5B82756F97DB}"/>
    <dgm:cxn modelId="{8B654E8C-9602-43BA-BCE3-BDFBC40A2ACE}" srcId="{4E87F41B-1FEC-4A09-873D-41112938FCC5}" destId="{2787700B-1C45-41C2-A167-7D0D78B18DD0}" srcOrd="0" destOrd="0" parTransId="{F3560B34-CB2C-4554-AB3C-5BFE7453C20D}" sibTransId="{B3709DBA-EFC6-4955-8E23-AA5A914FE0EA}"/>
    <dgm:cxn modelId="{43A8758F-4E72-4D63-AB78-6D95D1E3EDA0}" type="presOf" srcId="{4AD14C36-C997-4092-9148-9B93A9EF68AE}" destId="{2AF87461-35AD-4D07-A607-5F6CF0653FBE}" srcOrd="0" destOrd="0" presId="urn:microsoft.com/office/officeart/2005/8/layout/vList5"/>
    <dgm:cxn modelId="{03163E90-0F63-456E-A316-BAE1E40AE7DE}" type="presOf" srcId="{35671CC1-D664-4CC3-8AD9-0AB52D4F8F4D}" destId="{4E6FDF3A-C90E-4356-B714-F736A6C381EE}" srcOrd="0" destOrd="0" presId="urn:microsoft.com/office/officeart/2005/8/layout/vList5"/>
    <dgm:cxn modelId="{21C27090-1D98-4B3D-94B3-A0832BC57C54}" type="presOf" srcId="{93683EEB-A241-49DD-86BC-080B84D218C4}" destId="{DD17EBDA-6F43-4D88-B2F2-7106475956E1}" srcOrd="0" destOrd="0" presId="urn:microsoft.com/office/officeart/2005/8/layout/vList5"/>
    <dgm:cxn modelId="{D745B295-225C-4C0F-8694-872C32BF693C}" srcId="{4AD14C36-C997-4092-9148-9B93A9EF68AE}" destId="{FDD06F22-8DB8-45BE-A610-DED8E0E3B79F}" srcOrd="1" destOrd="0" parTransId="{8A4A71D3-E59B-47BD-931A-E2975062CCFB}" sibTransId="{CABAFE77-1A8F-4FD5-BEEC-DD1ABF7B2C80}"/>
    <dgm:cxn modelId="{226AB49A-E330-46C4-94AE-853D173955BF}" srcId="{0B1F9530-771E-45A5-9D89-FF1D1C71EE5F}" destId="{0C304AB7-D33D-4936-8AF3-2577ACC65B39}" srcOrd="1" destOrd="0" parTransId="{074A46EA-6315-417D-BC20-EAB0A7C0B74A}" sibTransId="{41CDF277-D855-44D6-839C-250FBF9448C3}"/>
    <dgm:cxn modelId="{2EAF06A4-5028-4D8A-B6C5-CD82A3E47A86}" type="presOf" srcId="{F562FA81-F009-4C49-8E3D-8D4466F1FD51}" destId="{6935E953-B426-4630-8C45-98835C2A1747}" srcOrd="0" destOrd="2" presId="urn:microsoft.com/office/officeart/2005/8/layout/vList5"/>
    <dgm:cxn modelId="{BCB917A6-7579-4533-BC90-F8F57F2BC3AA}" srcId="{62345969-8D61-4370-8BEC-36CFD97B609A}" destId="{DF5DD80B-BDE1-46AC-8711-116C3287710E}" srcOrd="1" destOrd="0" parTransId="{9FCDF6AB-0E7E-44C4-B97B-C629B701806F}" sibTransId="{75B8E53A-27C1-4E8E-9EBA-3D574FB3C614}"/>
    <dgm:cxn modelId="{699E92B3-B7D3-406E-8113-BC57AD960663}" type="presOf" srcId="{FDD06F22-8DB8-45BE-A610-DED8E0E3B79F}" destId="{80444BE1-1019-407B-BA06-0F21D79C475F}" srcOrd="0" destOrd="1" presId="urn:microsoft.com/office/officeart/2005/8/layout/vList5"/>
    <dgm:cxn modelId="{7B2F67B8-4A84-4C64-AAA9-8DD4C3CFF876}" type="presOf" srcId="{0BE39D57-D067-4206-9C65-EAE98BA51E54}" destId="{76A6342E-734E-4A2E-8803-E1AFE8B34C18}" srcOrd="0" destOrd="0" presId="urn:microsoft.com/office/officeart/2005/8/layout/vList5"/>
    <dgm:cxn modelId="{9E2AD9BB-86B1-42D4-806D-8CBAB2F34B10}" srcId="{4AC47A05-53FF-4A3E-8A52-6B2A921A1244}" destId="{4AD14C36-C997-4092-9148-9B93A9EF68AE}" srcOrd="3" destOrd="0" parTransId="{0EC16AAC-AC9A-4E4F-9CE0-AE103095F398}" sibTransId="{65502A77-C764-4AF2-8526-0948904F8536}"/>
    <dgm:cxn modelId="{CC0C55BC-4DF7-4730-9812-06717938E229}" srcId="{35671CC1-D664-4CC3-8AD9-0AB52D4F8F4D}" destId="{0BE39D57-D067-4206-9C65-EAE98BA51E54}" srcOrd="0" destOrd="0" parTransId="{3A36B83D-0911-4DA3-A9A4-D1682F5D776F}" sibTransId="{6C315557-25D1-4A7E-8F7B-0EA71411FD8C}"/>
    <dgm:cxn modelId="{06086CBF-96C3-4D26-848E-99FEEC4B588A}" type="presOf" srcId="{1A2ABC42-1FBB-4BBE-B06A-404DB7F39D92}" destId="{6935E953-B426-4630-8C45-98835C2A1747}" srcOrd="0" destOrd="0" presId="urn:microsoft.com/office/officeart/2005/8/layout/vList5"/>
    <dgm:cxn modelId="{9B3364C3-2F0D-4186-91FC-44AB324BEF42}" type="presOf" srcId="{0B1F9530-771E-45A5-9D89-FF1D1C71EE5F}" destId="{9CA724D3-D725-4B59-8F98-D659DEC65C32}" srcOrd="0" destOrd="0" presId="urn:microsoft.com/office/officeart/2005/8/layout/vList5"/>
    <dgm:cxn modelId="{854E51CF-7393-4959-818D-A5EC6E95221F}" srcId="{6E580614-8922-4723-B015-4A7C6ED3A00A}" destId="{93683EEB-A241-49DD-86BC-080B84D218C4}" srcOrd="0" destOrd="0" parTransId="{704C5B2E-87F2-49ED-B941-5BB14B62035A}" sibTransId="{0D54115A-46CD-40E2-8507-D9D02970DC72}"/>
    <dgm:cxn modelId="{5A90C9D0-77D7-4210-9481-C353E2D49FE1}" srcId="{62345969-8D61-4370-8BEC-36CFD97B609A}" destId="{F562FA81-F009-4C49-8E3D-8D4466F1FD51}" srcOrd="2" destOrd="0" parTransId="{20D75645-C598-474D-8E1C-AF1705C38B3B}" sibTransId="{1E6CF572-1207-4F57-A862-9DDD7F3A3A7F}"/>
    <dgm:cxn modelId="{8397DFD4-C4C2-4496-A55D-E8CC2D044093}" srcId="{35671CC1-D664-4CC3-8AD9-0AB52D4F8F4D}" destId="{CB547E03-E4EE-492F-BAEE-B841FDA833AD}" srcOrd="1" destOrd="0" parTransId="{467EBA35-2010-4651-BEC2-EC0AFED6354A}" sibTransId="{62289B25-510E-43AC-A3D1-8D4E37788356}"/>
    <dgm:cxn modelId="{912540E5-6126-4DBF-A380-8C4B10BC5A72}" srcId="{4AC47A05-53FF-4A3E-8A52-6B2A921A1244}" destId="{4E87F41B-1FEC-4A09-873D-41112938FCC5}" srcOrd="0" destOrd="0" parTransId="{E8628CFC-93B0-4047-ACED-38E9A8511946}" sibTransId="{C6BB7250-3AA1-44E1-820B-E658B7B36C48}"/>
    <dgm:cxn modelId="{AEE33DED-EA0C-42C8-A941-BB1C6D927D38}" srcId="{4AC47A05-53FF-4A3E-8A52-6B2A921A1244}" destId="{6E580614-8922-4723-B015-4A7C6ED3A00A}" srcOrd="5" destOrd="0" parTransId="{645A2124-BCFB-4667-ABEE-8DA5738B9AAB}" sibTransId="{0839D377-BBC0-415C-AD5A-DE3637AFEB5E}"/>
    <dgm:cxn modelId="{F83E64F3-1DAC-4695-9CAC-05781632988D}" srcId="{0B1F9530-771E-45A5-9D89-FF1D1C71EE5F}" destId="{2781970B-0085-48FB-859F-BCE064174581}" srcOrd="0" destOrd="0" parTransId="{DC5B12CB-9FE3-42F8-8ABE-DD0461C53E39}" sibTransId="{09EBF885-3416-4655-8249-EFC32FEC3939}"/>
    <dgm:cxn modelId="{B6618CF6-E5AF-4EF2-8EEC-0549FA75143D}" type="presOf" srcId="{0C304AB7-D33D-4936-8AF3-2577ACC65B39}" destId="{9891D17C-9D06-4D06-8582-A7C9D5EB84D6}" srcOrd="0" destOrd="1" presId="urn:microsoft.com/office/officeart/2005/8/layout/vList5"/>
    <dgm:cxn modelId="{A5F3B2FC-7C63-46E0-A6F6-77BCE28909DA}" srcId="{62345969-8D61-4370-8BEC-36CFD97B609A}" destId="{1A2ABC42-1FBB-4BBE-B06A-404DB7F39D92}" srcOrd="0" destOrd="0" parTransId="{45CEE022-21AD-4A36-BAA2-B4526E640DC0}" sibTransId="{6320FD74-A709-48D2-86F1-D1B2E4F69338}"/>
    <dgm:cxn modelId="{DDF0DAFE-353F-4282-914C-DB9438B26A7A}" type="presOf" srcId="{2781970B-0085-48FB-859F-BCE064174581}" destId="{9891D17C-9D06-4D06-8582-A7C9D5EB84D6}" srcOrd="0" destOrd="0" presId="urn:microsoft.com/office/officeart/2005/8/layout/vList5"/>
    <dgm:cxn modelId="{DCC4124E-F1A8-4EAB-9746-89EDFCC11280}" type="presParOf" srcId="{A7189790-7179-4F70-887A-8F6CB76F1B66}" destId="{F0463D81-9BD3-4B9A-907F-86079CB373EF}" srcOrd="0" destOrd="0" presId="urn:microsoft.com/office/officeart/2005/8/layout/vList5"/>
    <dgm:cxn modelId="{10D5849E-3602-4A0C-B970-DAF779FFC3BE}" type="presParOf" srcId="{F0463D81-9BD3-4B9A-907F-86079CB373EF}" destId="{D5BE8DE6-599C-43EA-87DD-2F8F806723AE}" srcOrd="0" destOrd="0" presId="urn:microsoft.com/office/officeart/2005/8/layout/vList5"/>
    <dgm:cxn modelId="{69D2FEB8-7196-46AF-8A6F-CF6691D69287}" type="presParOf" srcId="{F0463D81-9BD3-4B9A-907F-86079CB373EF}" destId="{F6B8ED4B-D137-4993-89CD-649C4008BA05}" srcOrd="1" destOrd="0" presId="urn:microsoft.com/office/officeart/2005/8/layout/vList5"/>
    <dgm:cxn modelId="{4774963B-B37D-41E0-B1AC-E4C66882E263}" type="presParOf" srcId="{A7189790-7179-4F70-887A-8F6CB76F1B66}" destId="{881F29FE-F2FB-4E07-8815-6D14134C1FC9}" srcOrd="1" destOrd="0" presId="urn:microsoft.com/office/officeart/2005/8/layout/vList5"/>
    <dgm:cxn modelId="{DBE2BD5F-6238-4A50-8F70-234D3C259710}" type="presParOf" srcId="{A7189790-7179-4F70-887A-8F6CB76F1B66}" destId="{50D77343-55EF-4427-8EA7-887246095232}" srcOrd="2" destOrd="0" presId="urn:microsoft.com/office/officeart/2005/8/layout/vList5"/>
    <dgm:cxn modelId="{97EE0249-5723-4A20-88EA-2A3F62C129F2}" type="presParOf" srcId="{50D77343-55EF-4427-8EA7-887246095232}" destId="{9CA724D3-D725-4B59-8F98-D659DEC65C32}" srcOrd="0" destOrd="0" presId="urn:microsoft.com/office/officeart/2005/8/layout/vList5"/>
    <dgm:cxn modelId="{E6FB38B8-0BE4-446F-BD5C-450FB793DCC2}" type="presParOf" srcId="{50D77343-55EF-4427-8EA7-887246095232}" destId="{9891D17C-9D06-4D06-8582-A7C9D5EB84D6}" srcOrd="1" destOrd="0" presId="urn:microsoft.com/office/officeart/2005/8/layout/vList5"/>
    <dgm:cxn modelId="{E504BAB7-873D-45AA-A759-0700E3174855}" type="presParOf" srcId="{A7189790-7179-4F70-887A-8F6CB76F1B66}" destId="{7CF9444B-E114-40CE-8175-6DA21074FC51}" srcOrd="3" destOrd="0" presId="urn:microsoft.com/office/officeart/2005/8/layout/vList5"/>
    <dgm:cxn modelId="{52C3152D-AC6F-44FD-9701-7586ABDD6662}" type="presParOf" srcId="{A7189790-7179-4F70-887A-8F6CB76F1B66}" destId="{CEC24044-9A24-4CDB-8179-9C4A668A0799}" srcOrd="4" destOrd="0" presId="urn:microsoft.com/office/officeart/2005/8/layout/vList5"/>
    <dgm:cxn modelId="{6D839699-3CE2-4848-BC80-469529C7B69E}" type="presParOf" srcId="{CEC24044-9A24-4CDB-8179-9C4A668A0799}" destId="{4E6FDF3A-C90E-4356-B714-F736A6C381EE}" srcOrd="0" destOrd="0" presId="urn:microsoft.com/office/officeart/2005/8/layout/vList5"/>
    <dgm:cxn modelId="{865B28F4-CDCE-4E63-A425-BA70DBB1E300}" type="presParOf" srcId="{CEC24044-9A24-4CDB-8179-9C4A668A0799}" destId="{76A6342E-734E-4A2E-8803-E1AFE8B34C18}" srcOrd="1" destOrd="0" presId="urn:microsoft.com/office/officeart/2005/8/layout/vList5"/>
    <dgm:cxn modelId="{A170B950-72CF-41A7-9118-A6A910E6F25A}" type="presParOf" srcId="{A7189790-7179-4F70-887A-8F6CB76F1B66}" destId="{E3280C2E-F00C-495C-9E7B-290A7A4DDE1C}" srcOrd="5" destOrd="0" presId="urn:microsoft.com/office/officeart/2005/8/layout/vList5"/>
    <dgm:cxn modelId="{E21A55AF-BC59-4A57-AE49-708B160CBA80}" type="presParOf" srcId="{A7189790-7179-4F70-887A-8F6CB76F1B66}" destId="{06026AB6-5153-4EFD-A27A-AB3C1444182F}" srcOrd="6" destOrd="0" presId="urn:microsoft.com/office/officeart/2005/8/layout/vList5"/>
    <dgm:cxn modelId="{F21FEE71-0D75-4AD5-B87D-F7BD9EDF121D}" type="presParOf" srcId="{06026AB6-5153-4EFD-A27A-AB3C1444182F}" destId="{2AF87461-35AD-4D07-A607-5F6CF0653FBE}" srcOrd="0" destOrd="0" presId="urn:microsoft.com/office/officeart/2005/8/layout/vList5"/>
    <dgm:cxn modelId="{D25C40A5-78C5-4E2A-8D8A-5FEED5B10EE0}" type="presParOf" srcId="{06026AB6-5153-4EFD-A27A-AB3C1444182F}" destId="{80444BE1-1019-407B-BA06-0F21D79C475F}" srcOrd="1" destOrd="0" presId="urn:microsoft.com/office/officeart/2005/8/layout/vList5"/>
    <dgm:cxn modelId="{6068021C-6390-49B5-86F7-E125F214F5CC}" type="presParOf" srcId="{A7189790-7179-4F70-887A-8F6CB76F1B66}" destId="{F1D9D030-644F-4825-9DD4-50F03F8B2D0D}" srcOrd="7" destOrd="0" presId="urn:microsoft.com/office/officeart/2005/8/layout/vList5"/>
    <dgm:cxn modelId="{EE84553B-2929-4767-AF99-E8197AEE5D2C}" type="presParOf" srcId="{A7189790-7179-4F70-887A-8F6CB76F1B66}" destId="{A2DF8977-B09E-4183-8AEE-26589FEE9AD2}" srcOrd="8" destOrd="0" presId="urn:microsoft.com/office/officeart/2005/8/layout/vList5"/>
    <dgm:cxn modelId="{94822ECF-6B71-40E7-B258-811E1BF1AE56}" type="presParOf" srcId="{A2DF8977-B09E-4183-8AEE-26589FEE9AD2}" destId="{8FC2E917-DD40-420F-9C6B-0F27C41D006C}" srcOrd="0" destOrd="0" presId="urn:microsoft.com/office/officeart/2005/8/layout/vList5"/>
    <dgm:cxn modelId="{4593EAB6-010F-4D56-BEE2-E50A8059EB68}" type="presParOf" srcId="{A2DF8977-B09E-4183-8AEE-26589FEE9AD2}" destId="{6935E953-B426-4630-8C45-98835C2A1747}" srcOrd="1" destOrd="0" presId="urn:microsoft.com/office/officeart/2005/8/layout/vList5"/>
    <dgm:cxn modelId="{192A3949-0974-48F4-9114-50C5EB3C467D}" type="presParOf" srcId="{A7189790-7179-4F70-887A-8F6CB76F1B66}" destId="{F7D7847A-53E3-4F14-B4E8-83A6BF02D6DA}" srcOrd="9" destOrd="0" presId="urn:microsoft.com/office/officeart/2005/8/layout/vList5"/>
    <dgm:cxn modelId="{BA13BBB3-2CAD-4129-9E29-7D86DF013F37}" type="presParOf" srcId="{A7189790-7179-4F70-887A-8F6CB76F1B66}" destId="{ED7683D0-9D46-47E6-B823-F829BC6D2525}" srcOrd="10" destOrd="0" presId="urn:microsoft.com/office/officeart/2005/8/layout/vList5"/>
    <dgm:cxn modelId="{A1C8E6C6-8F1B-420C-BB8F-452D5424DD93}" type="presParOf" srcId="{ED7683D0-9D46-47E6-B823-F829BC6D2525}" destId="{0EA75440-2287-41DF-A787-D28B70D90B63}" srcOrd="0" destOrd="0" presId="urn:microsoft.com/office/officeart/2005/8/layout/vList5"/>
    <dgm:cxn modelId="{ED5737F0-D930-4388-8104-D8A2F3321A55}" type="presParOf" srcId="{ED7683D0-9D46-47E6-B823-F829BC6D2525}" destId="{DD17EBDA-6F43-4D88-B2F2-7106475956E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B6477-9542-4356-BF5A-2B84D40F5199}">
      <dsp:nvSpPr>
        <dsp:cNvPr id="0" name=""/>
        <dsp:cNvSpPr/>
      </dsp:nvSpPr>
      <dsp:spPr>
        <a:xfrm>
          <a:off x="0" y="793220"/>
          <a:ext cx="5353877"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AD473C-4E8D-4BD4-92E4-948E001F4B0B}">
      <dsp:nvSpPr>
        <dsp:cNvPr id="0" name=""/>
        <dsp:cNvSpPr/>
      </dsp:nvSpPr>
      <dsp:spPr>
        <a:xfrm>
          <a:off x="267693" y="586580"/>
          <a:ext cx="3747713"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1655" tIns="0" rIns="141655" bIns="0" numCol="1" spcCol="1270" anchor="ctr" anchorCtr="0">
          <a:noAutofit/>
        </a:bodyPr>
        <a:lstStyle/>
        <a:p>
          <a:pPr marL="0" lvl="0" indent="0" algn="l" defTabSz="577850">
            <a:lnSpc>
              <a:spcPct val="90000"/>
            </a:lnSpc>
            <a:spcBef>
              <a:spcPct val="0"/>
            </a:spcBef>
            <a:spcAft>
              <a:spcPct val="35000"/>
            </a:spcAft>
            <a:buNone/>
          </a:pPr>
          <a:r>
            <a:rPr lang="en-US" sz="1300" kern="1200" dirty="0">
              <a:latin typeface="Posterama" panose="020B0504020200020000" pitchFamily="34" charset="0"/>
              <a:cs typeface="Posterama" panose="020B0504020200020000" pitchFamily="34" charset="0"/>
            </a:rPr>
            <a:t>Early Warning Systems (INCOIS &amp; Sensor-Based Models)</a:t>
          </a:r>
          <a:endParaRPr lang="en-IN" sz="1300" kern="1200" dirty="0">
            <a:latin typeface="Posterama" panose="020B0504020200020000" pitchFamily="34" charset="0"/>
            <a:cs typeface="Posterama" panose="020B0504020200020000" pitchFamily="34" charset="0"/>
          </a:endParaRPr>
        </a:p>
      </dsp:txBody>
      <dsp:txXfrm>
        <a:off x="287868" y="606755"/>
        <a:ext cx="3707363" cy="372930"/>
      </dsp:txXfrm>
    </dsp:sp>
    <dsp:sp modelId="{08688CE8-0E96-44AD-8C67-3B848320F538}">
      <dsp:nvSpPr>
        <dsp:cNvPr id="0" name=""/>
        <dsp:cNvSpPr/>
      </dsp:nvSpPr>
      <dsp:spPr>
        <a:xfrm>
          <a:off x="0" y="1428260"/>
          <a:ext cx="5353877"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64D509-1DAD-4100-B33C-CF35E17CB527}">
      <dsp:nvSpPr>
        <dsp:cNvPr id="0" name=""/>
        <dsp:cNvSpPr/>
      </dsp:nvSpPr>
      <dsp:spPr>
        <a:xfrm>
          <a:off x="267693" y="1221620"/>
          <a:ext cx="3747713"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1655" tIns="0" rIns="141655" bIns="0" numCol="1" spcCol="1270" anchor="ctr" anchorCtr="0">
          <a:noAutofit/>
        </a:bodyPr>
        <a:lstStyle/>
        <a:p>
          <a:pPr marL="0" lvl="0" indent="0" algn="l" defTabSz="622300">
            <a:lnSpc>
              <a:spcPct val="90000"/>
            </a:lnSpc>
            <a:spcBef>
              <a:spcPct val="0"/>
            </a:spcBef>
            <a:spcAft>
              <a:spcPct val="35000"/>
            </a:spcAft>
            <a:buNone/>
          </a:pPr>
          <a:r>
            <a:rPr lang="en-IN" sz="1400" kern="1200" dirty="0">
              <a:latin typeface="Posterama" panose="020B0504020200020000" pitchFamily="34" charset="0"/>
              <a:cs typeface="Posterama" panose="020B0504020200020000" pitchFamily="34" charset="0"/>
            </a:rPr>
            <a:t>Traditional Disaster Reporting Platforms</a:t>
          </a:r>
        </a:p>
      </dsp:txBody>
      <dsp:txXfrm>
        <a:off x="287868" y="1241795"/>
        <a:ext cx="3707363" cy="372930"/>
      </dsp:txXfrm>
    </dsp:sp>
    <dsp:sp modelId="{CF0668D4-28C9-49B4-93D0-B73AAD7DBC18}">
      <dsp:nvSpPr>
        <dsp:cNvPr id="0" name=""/>
        <dsp:cNvSpPr/>
      </dsp:nvSpPr>
      <dsp:spPr>
        <a:xfrm>
          <a:off x="0" y="2063301"/>
          <a:ext cx="5353877"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220B32-471F-455F-92C1-29D1B08C61F7}">
      <dsp:nvSpPr>
        <dsp:cNvPr id="0" name=""/>
        <dsp:cNvSpPr/>
      </dsp:nvSpPr>
      <dsp:spPr>
        <a:xfrm>
          <a:off x="267693" y="1856661"/>
          <a:ext cx="3747713"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1655" tIns="0" rIns="141655" bIns="0" numCol="1" spcCol="1270" anchor="ctr" anchorCtr="0">
          <a:noAutofit/>
        </a:bodyPr>
        <a:lstStyle/>
        <a:p>
          <a:pPr marL="0" lvl="0" indent="0" algn="l" defTabSz="622300">
            <a:lnSpc>
              <a:spcPct val="90000"/>
            </a:lnSpc>
            <a:spcBef>
              <a:spcPct val="0"/>
            </a:spcBef>
            <a:spcAft>
              <a:spcPct val="35000"/>
            </a:spcAft>
            <a:buNone/>
          </a:pPr>
          <a:r>
            <a:rPr lang="en-IN" sz="1400" kern="1200" dirty="0">
              <a:latin typeface="Posterama" panose="020B0504020200020000" pitchFamily="34" charset="0"/>
              <a:cs typeface="Posterama" panose="020B0504020200020000" pitchFamily="34" charset="0"/>
            </a:rPr>
            <a:t>Emergency Response Dashboards</a:t>
          </a:r>
        </a:p>
      </dsp:txBody>
      <dsp:txXfrm>
        <a:off x="287868" y="1876836"/>
        <a:ext cx="3707363" cy="372930"/>
      </dsp:txXfrm>
    </dsp:sp>
    <dsp:sp modelId="{678D654E-AEDE-49E3-A8E4-8E9FE3A87B6A}">
      <dsp:nvSpPr>
        <dsp:cNvPr id="0" name=""/>
        <dsp:cNvSpPr/>
      </dsp:nvSpPr>
      <dsp:spPr>
        <a:xfrm>
          <a:off x="0" y="2698340"/>
          <a:ext cx="5353877" cy="352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915D4F-7952-4786-9D77-60491FAC4423}">
      <dsp:nvSpPr>
        <dsp:cNvPr id="0" name=""/>
        <dsp:cNvSpPr/>
      </dsp:nvSpPr>
      <dsp:spPr>
        <a:xfrm>
          <a:off x="267693" y="2491701"/>
          <a:ext cx="3747713"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1655" tIns="0" rIns="141655" bIns="0" numCol="1" spcCol="1270" anchor="ctr" anchorCtr="0">
          <a:noAutofit/>
        </a:bodyPr>
        <a:lstStyle/>
        <a:p>
          <a:pPr marL="0" lvl="0" indent="0" algn="l" defTabSz="622300">
            <a:lnSpc>
              <a:spcPct val="90000"/>
            </a:lnSpc>
            <a:spcBef>
              <a:spcPct val="0"/>
            </a:spcBef>
            <a:spcAft>
              <a:spcPct val="35000"/>
            </a:spcAft>
            <a:buNone/>
          </a:pPr>
          <a:r>
            <a:rPr lang="en-IN" sz="1400" kern="1200" dirty="0">
              <a:latin typeface="Posterama" panose="020B0504020200020000" pitchFamily="34" charset="0"/>
              <a:cs typeface="Posterama" panose="020B0504020200020000" pitchFamily="34" charset="0"/>
            </a:rPr>
            <a:t>Social Media Monitoring Tools</a:t>
          </a:r>
        </a:p>
      </dsp:txBody>
      <dsp:txXfrm>
        <a:off x="287868" y="2511876"/>
        <a:ext cx="3707363"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B8ED4B-D137-4993-89CD-649C4008BA05}">
      <dsp:nvSpPr>
        <dsp:cNvPr id="0" name=""/>
        <dsp:cNvSpPr/>
      </dsp:nvSpPr>
      <dsp:spPr>
        <a:xfrm rot="5400000">
          <a:off x="3843357" y="-1628872"/>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None/>
          </a:pPr>
          <a:r>
            <a:rPr lang="en-US" sz="900" kern="1200" dirty="0">
              <a:solidFill>
                <a:schemeClr val="bg2"/>
              </a:solidFill>
              <a:latin typeface="Posterama" panose="020B0504020200020000" pitchFamily="34" charset="0"/>
              <a:cs typeface="Posterama" panose="020B0504020200020000" pitchFamily="34" charset="0"/>
            </a:rPr>
            <a:t>Number of reports submitted per region.</a:t>
          </a:r>
          <a:endParaRPr lang="en-IN" sz="900" kern="1200" dirty="0">
            <a:solidFill>
              <a:schemeClr val="bg2"/>
            </a:solidFill>
            <a:latin typeface="Posterama" panose="020B0504020200020000" pitchFamily="34" charset="0"/>
            <a:cs typeface="Posterama" panose="020B0504020200020000" pitchFamily="34" charset="0"/>
          </a:endParaRPr>
        </a:p>
        <a:p>
          <a:pPr marL="57150" lvl="1" indent="-57150" algn="l" defTabSz="400050">
            <a:lnSpc>
              <a:spcPct val="90000"/>
            </a:lnSpc>
            <a:spcBef>
              <a:spcPct val="0"/>
            </a:spcBef>
            <a:spcAft>
              <a:spcPct val="15000"/>
            </a:spcAft>
            <a:buFont typeface="Arial" panose="020B0604020202020204" pitchFamily="34" charset="0"/>
            <a:buNone/>
          </a:pPr>
          <a:r>
            <a:rPr lang="en-IN" sz="900" kern="1200" dirty="0">
              <a:solidFill>
                <a:schemeClr val="bg2"/>
              </a:solidFill>
              <a:latin typeface="Posterama" panose="020B0504020200020000" pitchFamily="34" charset="0"/>
              <a:cs typeface="Posterama" panose="020B0504020200020000" pitchFamily="34" charset="0"/>
            </a:rPr>
            <a:t>Average submission-to-display time (latency).</a:t>
          </a:r>
        </a:p>
      </dsp:txBody>
      <dsp:txXfrm rot="-5400000">
        <a:off x="2156155" y="80725"/>
        <a:ext cx="3810769" cy="413969"/>
      </dsp:txXfrm>
    </dsp:sp>
    <dsp:sp modelId="{D5BE8DE6-599C-43EA-87DD-2F8F806723AE}">
      <dsp:nvSpPr>
        <dsp:cNvPr id="0" name=""/>
        <dsp:cNvSpPr/>
      </dsp:nvSpPr>
      <dsp:spPr>
        <a:xfrm>
          <a:off x="0" y="984"/>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Real-Time Geotagged Hazard Reporting  </a:t>
          </a:r>
        </a:p>
      </dsp:txBody>
      <dsp:txXfrm>
        <a:off x="27993" y="28977"/>
        <a:ext cx="2100168" cy="517462"/>
      </dsp:txXfrm>
    </dsp:sp>
    <dsp:sp modelId="{9891D17C-9D06-4D06-8582-A7C9D5EB84D6}">
      <dsp:nvSpPr>
        <dsp:cNvPr id="0" name=""/>
        <dsp:cNvSpPr/>
      </dsp:nvSpPr>
      <dsp:spPr>
        <a:xfrm rot="5400000">
          <a:off x="3843357" y="-1026751"/>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Automatic clustering of reports based on density and severity.</a:t>
          </a:r>
          <a:endParaRPr lang="en-IN" sz="900" kern="1200" dirty="0">
            <a:solidFill>
              <a:schemeClr val="bg2"/>
            </a:solidFill>
            <a:latin typeface="Posterama" panose="020B0504020200020000" pitchFamily="34" charset="0"/>
            <a:cs typeface="Posterama" panose="020B0504020200020000" pitchFamily="34" charset="0"/>
          </a:endParaRPr>
        </a:p>
        <a:p>
          <a:pPr marL="57150" lvl="1" indent="-57150" algn="l" defTabSz="400050">
            <a:lnSpc>
              <a:spcPct val="90000"/>
            </a:lnSpc>
            <a:spcBef>
              <a:spcPct val="0"/>
            </a:spcBef>
            <a:spcAft>
              <a:spcPct val="15000"/>
            </a:spcAft>
            <a:buNone/>
          </a:pPr>
          <a:r>
            <a:rPr lang="en-IN" sz="900" kern="1200" dirty="0">
              <a:solidFill>
                <a:schemeClr val="bg2"/>
              </a:solidFill>
              <a:latin typeface="Posterama" panose="020B0504020200020000" pitchFamily="34" charset="0"/>
              <a:cs typeface="Posterama" panose="020B0504020200020000" pitchFamily="34" charset="0"/>
            </a:rPr>
            <a:t>Report density per hotspot.</a:t>
          </a:r>
        </a:p>
      </dsp:txBody>
      <dsp:txXfrm rot="-5400000">
        <a:off x="2156155" y="682846"/>
        <a:ext cx="3810769" cy="413969"/>
      </dsp:txXfrm>
    </dsp:sp>
    <dsp:sp modelId="{9CA724D3-D725-4B59-8F98-D659DEC65C32}">
      <dsp:nvSpPr>
        <dsp:cNvPr id="0" name=""/>
        <dsp:cNvSpPr/>
      </dsp:nvSpPr>
      <dsp:spPr>
        <a:xfrm>
          <a:off x="0" y="603106"/>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Dynamic Hotspot Detection</a:t>
          </a:r>
        </a:p>
      </dsp:txBody>
      <dsp:txXfrm>
        <a:off x="27993" y="631099"/>
        <a:ext cx="2100168" cy="517462"/>
      </dsp:txXfrm>
    </dsp:sp>
    <dsp:sp modelId="{76A6342E-734E-4A2E-8803-E1AFE8B34C18}">
      <dsp:nvSpPr>
        <dsp:cNvPr id="0" name=""/>
        <dsp:cNvSpPr/>
      </dsp:nvSpPr>
      <dsp:spPr>
        <a:xfrm rot="5400000">
          <a:off x="3843357" y="-424630"/>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AI model detects hazard-related posts from Twitter/YouTube.</a:t>
          </a:r>
          <a:endParaRPr lang="en-IN" sz="900" kern="1200" dirty="0">
            <a:solidFill>
              <a:schemeClr val="bg2"/>
            </a:solidFill>
            <a:latin typeface="Posterama" panose="020B0504020200020000" pitchFamily="34" charset="0"/>
            <a:cs typeface="Posterama" panose="020B0504020200020000" pitchFamily="34" charset="0"/>
          </a:endParaRPr>
        </a:p>
        <a:p>
          <a:pPr marL="57150" lvl="1" indent="-57150" algn="l" defTabSz="400050">
            <a:lnSpc>
              <a:spcPct val="90000"/>
            </a:lnSpc>
            <a:spcBef>
              <a:spcPct val="0"/>
            </a:spcBef>
            <a:spcAft>
              <a:spcPct val="15000"/>
            </a:spcAft>
            <a:buNone/>
          </a:pPr>
          <a:r>
            <a:rPr lang="en-IN" sz="900" kern="1200" dirty="0">
              <a:solidFill>
                <a:schemeClr val="bg2"/>
              </a:solidFill>
              <a:latin typeface="Posterama" panose="020B0504020200020000" pitchFamily="34" charset="0"/>
              <a:cs typeface="Posterama" panose="020B0504020200020000" pitchFamily="34" charset="0"/>
            </a:rPr>
            <a:t>Classification accuracy (%).</a:t>
          </a:r>
        </a:p>
      </dsp:txBody>
      <dsp:txXfrm rot="-5400000">
        <a:off x="2156155" y="1284967"/>
        <a:ext cx="3810769" cy="413969"/>
      </dsp:txXfrm>
    </dsp:sp>
    <dsp:sp modelId="{4E6FDF3A-C90E-4356-B714-F736A6C381EE}">
      <dsp:nvSpPr>
        <dsp:cNvPr id="0" name=""/>
        <dsp:cNvSpPr/>
      </dsp:nvSpPr>
      <dsp:spPr>
        <a:xfrm>
          <a:off x="0" y="1205227"/>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NLP-Based Social Media </a:t>
          </a:r>
        </a:p>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Classification</a:t>
          </a:r>
        </a:p>
      </dsp:txBody>
      <dsp:txXfrm>
        <a:off x="27993" y="1233220"/>
        <a:ext cx="2100168" cy="517462"/>
      </dsp:txXfrm>
    </dsp:sp>
    <dsp:sp modelId="{80444BE1-1019-407B-BA06-0F21D79C475F}">
      <dsp:nvSpPr>
        <dsp:cNvPr id="0" name=""/>
        <dsp:cNvSpPr/>
      </dsp:nvSpPr>
      <dsp:spPr>
        <a:xfrm rot="5400000">
          <a:off x="3843357" y="177491"/>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 Users can submit reports without internet.</a:t>
          </a:r>
        </a:p>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 Auto-sync when connectivity is restored.</a:t>
          </a:r>
        </a:p>
      </dsp:txBody>
      <dsp:txXfrm rot="-5400000">
        <a:off x="2156155" y="1887089"/>
        <a:ext cx="3810769" cy="413969"/>
      </dsp:txXfrm>
    </dsp:sp>
    <dsp:sp modelId="{2AF87461-35AD-4D07-A607-5F6CF0653FBE}">
      <dsp:nvSpPr>
        <dsp:cNvPr id="0" name=""/>
        <dsp:cNvSpPr/>
      </dsp:nvSpPr>
      <dsp:spPr>
        <a:xfrm>
          <a:off x="0" y="1807348"/>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Offline Data Collection</a:t>
          </a:r>
        </a:p>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&amp; Sync </a:t>
          </a:r>
        </a:p>
      </dsp:txBody>
      <dsp:txXfrm>
        <a:off x="27993" y="1835341"/>
        <a:ext cx="2100168" cy="517462"/>
      </dsp:txXfrm>
    </dsp:sp>
    <dsp:sp modelId="{6935E953-B426-4630-8C45-98835C2A1747}">
      <dsp:nvSpPr>
        <dsp:cNvPr id="0" name=""/>
        <dsp:cNvSpPr/>
      </dsp:nvSpPr>
      <dsp:spPr>
        <a:xfrm rot="5400000">
          <a:off x="3843357" y="779612"/>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None/>
          </a:pPr>
          <a:r>
            <a:rPr lang="en-IN" sz="900" kern="1200" dirty="0">
              <a:solidFill>
                <a:schemeClr val="bg2"/>
              </a:solidFill>
              <a:latin typeface="Posterama" panose="020B0504020200020000" pitchFamily="34" charset="0"/>
              <a:cs typeface="Posterama" panose="020B0504020200020000" pitchFamily="34" charset="0"/>
            </a:rPr>
            <a:t>Separate dashboards for:</a:t>
          </a:r>
        </a:p>
        <a:p>
          <a:pPr marL="57150" lvl="1" indent="-57150" algn="l" defTabSz="400050">
            <a:lnSpc>
              <a:spcPct val="90000"/>
            </a:lnSpc>
            <a:spcBef>
              <a:spcPct val="0"/>
            </a:spcBef>
            <a:spcAft>
              <a:spcPct val="15000"/>
            </a:spcAft>
            <a:buFont typeface="Arial" panose="020B0604020202020204" pitchFamily="34" charset="0"/>
            <a:buChar char="•"/>
          </a:pPr>
          <a:r>
            <a:rPr lang="en-IN" sz="900" kern="1200" dirty="0">
              <a:solidFill>
                <a:schemeClr val="bg2"/>
              </a:solidFill>
              <a:latin typeface="Posterama" panose="020B0504020200020000" pitchFamily="34" charset="0"/>
              <a:cs typeface="Posterama" panose="020B0504020200020000" pitchFamily="34" charset="0"/>
            </a:rPr>
            <a:t>Citizens</a:t>
          </a:r>
        </a:p>
        <a:p>
          <a:pPr marL="57150" lvl="1" indent="-57150" algn="l" defTabSz="400050">
            <a:lnSpc>
              <a:spcPct val="90000"/>
            </a:lnSpc>
            <a:spcBef>
              <a:spcPct val="0"/>
            </a:spcBef>
            <a:spcAft>
              <a:spcPct val="15000"/>
            </a:spcAft>
            <a:buFont typeface="Arial" panose="020B0604020202020204" pitchFamily="34" charset="0"/>
            <a:buChar char="•"/>
          </a:pPr>
          <a:r>
            <a:rPr lang="en-IN" sz="900" kern="1200" dirty="0">
              <a:solidFill>
                <a:schemeClr val="bg2"/>
              </a:solidFill>
              <a:latin typeface="Posterama" panose="020B0504020200020000" pitchFamily="34" charset="0"/>
              <a:cs typeface="Posterama" panose="020B0504020200020000" pitchFamily="34" charset="0"/>
            </a:rPr>
            <a:t>Government Officials</a:t>
          </a:r>
        </a:p>
      </dsp:txBody>
      <dsp:txXfrm rot="-5400000">
        <a:off x="2156155" y="2489210"/>
        <a:ext cx="3810769" cy="413969"/>
      </dsp:txXfrm>
    </dsp:sp>
    <dsp:sp modelId="{8FC2E917-DD40-420F-9C6B-0F27C41D006C}">
      <dsp:nvSpPr>
        <dsp:cNvPr id="0" name=""/>
        <dsp:cNvSpPr/>
      </dsp:nvSpPr>
      <dsp:spPr>
        <a:xfrm>
          <a:off x="0" y="2409469"/>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Role-Based Access </a:t>
          </a:r>
        </a:p>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Control</a:t>
          </a:r>
        </a:p>
      </dsp:txBody>
      <dsp:txXfrm>
        <a:off x="27993" y="2437462"/>
        <a:ext cx="2100168" cy="517462"/>
      </dsp:txXfrm>
    </dsp:sp>
    <dsp:sp modelId="{DD17EBDA-6F43-4D88-B2F2-7106475956E1}">
      <dsp:nvSpPr>
        <dsp:cNvPr id="0" name=""/>
        <dsp:cNvSpPr/>
      </dsp:nvSpPr>
      <dsp:spPr>
        <a:xfrm rot="5400000">
          <a:off x="3843357" y="1381733"/>
          <a:ext cx="458759" cy="383316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 Alerts generated based on report threshold or sentiment spike.</a:t>
          </a:r>
        </a:p>
        <a:p>
          <a:pPr marL="57150" lvl="1" indent="-57150" algn="l" defTabSz="400050">
            <a:lnSpc>
              <a:spcPct val="90000"/>
            </a:lnSpc>
            <a:spcBef>
              <a:spcPct val="0"/>
            </a:spcBef>
            <a:spcAft>
              <a:spcPct val="15000"/>
            </a:spcAft>
            <a:buNone/>
          </a:pPr>
          <a:r>
            <a:rPr lang="en-US" sz="900" kern="1200" dirty="0">
              <a:solidFill>
                <a:schemeClr val="bg2"/>
              </a:solidFill>
              <a:latin typeface="Posterama" panose="020B0504020200020000" pitchFamily="34" charset="0"/>
              <a:cs typeface="Posterama" panose="020B0504020200020000" pitchFamily="34" charset="0"/>
            </a:rPr>
            <a:t>Officials receive instant notifications.</a:t>
          </a:r>
        </a:p>
      </dsp:txBody>
      <dsp:txXfrm rot="-5400000">
        <a:off x="2156155" y="3091331"/>
        <a:ext cx="3810769" cy="413969"/>
      </dsp:txXfrm>
    </dsp:sp>
    <dsp:sp modelId="{0EA75440-2287-41DF-A787-D28B70D90B63}">
      <dsp:nvSpPr>
        <dsp:cNvPr id="0" name=""/>
        <dsp:cNvSpPr/>
      </dsp:nvSpPr>
      <dsp:spPr>
        <a:xfrm>
          <a:off x="0" y="3011591"/>
          <a:ext cx="2156154" cy="5734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34290" bIns="17145" numCol="1" spcCol="1270" anchor="ctr" anchorCtr="0">
          <a:noAutofit/>
        </a:bodyPr>
        <a:lstStyle/>
        <a:p>
          <a:pPr marL="0" lvl="0" indent="0" algn="ctr" defTabSz="400050">
            <a:lnSpc>
              <a:spcPct val="90000"/>
            </a:lnSpc>
            <a:spcBef>
              <a:spcPct val="0"/>
            </a:spcBef>
            <a:spcAft>
              <a:spcPct val="35000"/>
            </a:spcAft>
            <a:buNone/>
          </a:pPr>
          <a:r>
            <a:rPr lang="en-IN" sz="900" kern="1200" dirty="0">
              <a:latin typeface="Posterama" panose="020B0504020200020000" pitchFamily="34" charset="0"/>
              <a:cs typeface="Posterama" panose="020B0504020200020000" pitchFamily="34" charset="0"/>
            </a:rPr>
            <a:t>Real-Time Notification &amp; Alert Triggering</a:t>
          </a:r>
        </a:p>
      </dsp:txBody>
      <dsp:txXfrm>
        <a:off x="27993" y="3039584"/>
        <a:ext cx="2100168" cy="5174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8F0750-242F-D4AF-981F-FE5E962D32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B0930064-1CB9-CF04-2CCB-CAD77A54F1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808F112-B0C1-40AD-99DF-DB81DC246C5C}" type="datetimeFigureOut">
              <a:rPr lang="en-IN" smtClean="0"/>
              <a:t>11-04-2026</a:t>
            </a:fld>
            <a:endParaRPr lang="en-IN" dirty="0"/>
          </a:p>
        </p:txBody>
      </p:sp>
      <p:sp>
        <p:nvSpPr>
          <p:cNvPr id="4" name="Footer Placeholder 3">
            <a:extLst>
              <a:ext uri="{FF2B5EF4-FFF2-40B4-BE49-F238E27FC236}">
                <a16:creationId xmlns:a16="http://schemas.microsoft.com/office/drawing/2014/main" id="{EB5FD62B-99F0-9B0E-2E15-F248ECBB1A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649892DA-602B-0F53-B445-517BE4FD3D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EE9CB3-394F-4739-9A87-4342A43592DF}" type="slidenum">
              <a:rPr lang="en-IN" smtClean="0"/>
              <a:t>‹#›</a:t>
            </a:fld>
            <a:endParaRPr lang="en-IN" dirty="0"/>
          </a:p>
        </p:txBody>
      </p:sp>
    </p:spTree>
    <p:extLst>
      <p:ext uri="{BB962C8B-B14F-4D97-AF65-F5344CB8AC3E}">
        <p14:creationId xmlns:p14="http://schemas.microsoft.com/office/powerpoint/2010/main" val="1593707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1c23b2b86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1c23b2b8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d1bf8d60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d1bf8d60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1c23b2b86a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1c23b2b86a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1c23b2b86a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1c23b2b86a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d1bf8d60a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d1bf8d60a4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d1bf8d60a4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d1bf8d60a4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69938" y="1767050"/>
            <a:ext cx="4699800" cy="2048400"/>
          </a:xfrm>
          <a:prstGeom prst="rect">
            <a:avLst/>
          </a:prstGeom>
        </p:spPr>
        <p:txBody>
          <a:bodyPr spcFirstLastPara="1" wrap="square" lIns="91425" tIns="91425" rIns="91425" bIns="91425" anchor="ctr" anchorCtr="0">
            <a:noAutofit/>
          </a:bodyPr>
          <a:lstStyle>
            <a:lvl1pPr lvl="0">
              <a:spcBef>
                <a:spcPts val="0"/>
              </a:spcBef>
              <a:spcAft>
                <a:spcPts val="0"/>
              </a:spcAft>
              <a:buClr>
                <a:srgbClr val="191919"/>
              </a:buClr>
              <a:buSzPts val="5200"/>
              <a:buNone/>
              <a:defRPr sz="4000" b="0">
                <a:latin typeface="Golos Text SemiBold"/>
                <a:ea typeface="Golos Text SemiBold"/>
                <a:cs typeface="Golos Text SemiBold"/>
                <a:sym typeface="Golos Text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969951" y="4035750"/>
            <a:ext cx="4699800" cy="475800"/>
          </a:xfrm>
          <a:prstGeom prst="rect">
            <a:avLst/>
          </a:prstGeom>
          <a:noFill/>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500" b="0">
                <a:latin typeface="Golos Text SemiBold"/>
                <a:ea typeface="Golos Text SemiBold"/>
                <a:cs typeface="Golos Text SemiBold"/>
                <a:sym typeface="Golos Text SemiBold"/>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1" name="Google Shape;21;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AutoNum type="arabicPeriod"/>
              <a:defRPr sz="1200"/>
            </a:lvl1pPr>
            <a:lvl2pPr marL="914400" lvl="1" indent="-304800" rtl="0">
              <a:lnSpc>
                <a:spcPct val="115000"/>
              </a:lnSpc>
              <a:spcBef>
                <a:spcPts val="0"/>
              </a:spcBef>
              <a:spcAft>
                <a:spcPts val="0"/>
              </a:spcAft>
              <a:buSzPts val="1200"/>
              <a:buFont typeface="Roboto Condensed Light"/>
              <a:buAutoNum type="alphaLcPeriod"/>
              <a:defRPr/>
            </a:lvl2pPr>
            <a:lvl3pPr marL="1371600" lvl="2" indent="-304800" rtl="0">
              <a:lnSpc>
                <a:spcPct val="115000"/>
              </a:lnSpc>
              <a:spcBef>
                <a:spcPts val="1600"/>
              </a:spcBef>
              <a:spcAft>
                <a:spcPts val="0"/>
              </a:spcAft>
              <a:buSzPts val="1200"/>
              <a:buFont typeface="Roboto Condensed Light"/>
              <a:buAutoNum type="romanLcPeriod"/>
              <a:defRPr/>
            </a:lvl3pPr>
            <a:lvl4pPr marL="1828800" lvl="3" indent="-304800" rtl="0">
              <a:lnSpc>
                <a:spcPct val="115000"/>
              </a:lnSpc>
              <a:spcBef>
                <a:spcPts val="1600"/>
              </a:spcBef>
              <a:spcAft>
                <a:spcPts val="0"/>
              </a:spcAft>
              <a:buSzPts val="1200"/>
              <a:buFont typeface="Roboto Condensed Light"/>
              <a:buAutoNum type="arabicPeriod"/>
              <a:defRPr/>
            </a:lvl4pPr>
            <a:lvl5pPr marL="2286000" lvl="4" indent="-304800" rtl="0">
              <a:lnSpc>
                <a:spcPct val="115000"/>
              </a:lnSpc>
              <a:spcBef>
                <a:spcPts val="1600"/>
              </a:spcBef>
              <a:spcAft>
                <a:spcPts val="0"/>
              </a:spcAft>
              <a:buSzPts val="1200"/>
              <a:buFont typeface="Roboto Condensed Light"/>
              <a:buAutoNum type="alphaLcPeriod"/>
              <a:defRPr/>
            </a:lvl5pPr>
            <a:lvl6pPr marL="2743200" lvl="5" indent="-304800" rtl="0">
              <a:lnSpc>
                <a:spcPct val="115000"/>
              </a:lnSpc>
              <a:spcBef>
                <a:spcPts val="1600"/>
              </a:spcBef>
              <a:spcAft>
                <a:spcPts val="0"/>
              </a:spcAft>
              <a:buSzPts val="1200"/>
              <a:buFont typeface="Roboto Condensed Light"/>
              <a:buAutoNum type="romanLcPeriod"/>
              <a:defRPr/>
            </a:lvl6pPr>
            <a:lvl7pPr marL="3200400" lvl="6" indent="-304800" rtl="0">
              <a:lnSpc>
                <a:spcPct val="115000"/>
              </a:lnSpc>
              <a:spcBef>
                <a:spcPts val="1600"/>
              </a:spcBef>
              <a:spcAft>
                <a:spcPts val="0"/>
              </a:spcAft>
              <a:buSzPts val="1200"/>
              <a:buFont typeface="Roboto Condensed Light"/>
              <a:buAutoNum type="arabicPeriod"/>
              <a:defRPr/>
            </a:lvl7pPr>
            <a:lvl8pPr marL="3657600" lvl="7" indent="-304800" rtl="0">
              <a:lnSpc>
                <a:spcPct val="115000"/>
              </a:lnSpc>
              <a:spcBef>
                <a:spcPts val="1600"/>
              </a:spcBef>
              <a:spcAft>
                <a:spcPts val="0"/>
              </a:spcAft>
              <a:buSzPts val="1200"/>
              <a:buFont typeface="Roboto Condensed Light"/>
              <a:buAutoNum type="alphaLcPeriod"/>
              <a:defRPr/>
            </a:lvl8pPr>
            <a:lvl9pPr marL="4114800" lvl="8" indent="-304800" rtl="0">
              <a:lnSpc>
                <a:spcPct val="115000"/>
              </a:lnSpc>
              <a:spcBef>
                <a:spcPts val="1600"/>
              </a:spcBef>
              <a:spcAft>
                <a:spcPts val="1600"/>
              </a:spcAft>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subTitle" idx="1"/>
          </p:nvPr>
        </p:nvSpPr>
        <p:spPr>
          <a:xfrm>
            <a:off x="2596450" y="1263375"/>
            <a:ext cx="3951000" cy="135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999999"/>
              </a:buClr>
              <a:buSzPts val="800"/>
              <a:buFont typeface="Open Sans"/>
              <a:buChar char="●"/>
              <a:defRPr sz="14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33" name="Google Shape;33;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8"/>
        <p:cNvGrpSpPr/>
        <p:nvPr/>
      </p:nvGrpSpPr>
      <p:grpSpPr>
        <a:xfrm>
          <a:off x="0" y="0"/>
          <a:ext cx="0" cy="0"/>
          <a:chOff x="0" y="0"/>
          <a:chExt cx="0" cy="0"/>
        </a:xfrm>
      </p:grpSpPr>
      <p:sp>
        <p:nvSpPr>
          <p:cNvPr id="89" name="Google Shape;89;p13"/>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500" b="0">
                <a:latin typeface="Golos Text SemiBold"/>
                <a:ea typeface="Golos Text SemiBold"/>
                <a:cs typeface="Golos Text SemiBold"/>
                <a:sym typeface="Golos Text SemiBold"/>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0" name="Google Shape;90;p13"/>
          <p:cNvSpPr txBox="1">
            <a:spLocks noGrp="1"/>
          </p:cNvSpPr>
          <p:nvPr>
            <p:ph type="subTitle" idx="1"/>
          </p:nvPr>
        </p:nvSpPr>
        <p:spPr>
          <a:xfrm>
            <a:off x="1708839" y="1959700"/>
            <a:ext cx="27945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subTitle" idx="2"/>
          </p:nvPr>
        </p:nvSpPr>
        <p:spPr>
          <a:xfrm>
            <a:off x="5628538" y="1946775"/>
            <a:ext cx="27945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 name="Google Shape;92;p13"/>
          <p:cNvSpPr txBox="1">
            <a:spLocks noGrp="1"/>
          </p:cNvSpPr>
          <p:nvPr>
            <p:ph type="subTitle" idx="3"/>
          </p:nvPr>
        </p:nvSpPr>
        <p:spPr>
          <a:xfrm>
            <a:off x="1712701" y="3271825"/>
            <a:ext cx="27945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3" name="Google Shape;93;p13"/>
          <p:cNvSpPr txBox="1">
            <a:spLocks noGrp="1"/>
          </p:cNvSpPr>
          <p:nvPr>
            <p:ph type="subTitle" idx="4"/>
          </p:nvPr>
        </p:nvSpPr>
        <p:spPr>
          <a:xfrm>
            <a:off x="5632400" y="3271825"/>
            <a:ext cx="27945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4" name="Google Shape;94;p13"/>
          <p:cNvSpPr txBox="1">
            <a:spLocks noGrp="1"/>
          </p:cNvSpPr>
          <p:nvPr>
            <p:ph type="title" idx="5" hasCustomPrompt="1"/>
          </p:nvPr>
        </p:nvSpPr>
        <p:spPr>
          <a:xfrm>
            <a:off x="690638" y="1676375"/>
            <a:ext cx="918600" cy="8136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title" idx="6" hasCustomPrompt="1"/>
          </p:nvPr>
        </p:nvSpPr>
        <p:spPr>
          <a:xfrm>
            <a:off x="686775" y="2988476"/>
            <a:ext cx="918600" cy="8136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title" idx="7" hasCustomPrompt="1"/>
          </p:nvPr>
        </p:nvSpPr>
        <p:spPr>
          <a:xfrm>
            <a:off x="4610658" y="1650525"/>
            <a:ext cx="918600" cy="8136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a:spLocks noGrp="1"/>
          </p:cNvSpPr>
          <p:nvPr>
            <p:ph type="title" idx="8" hasCustomPrompt="1"/>
          </p:nvPr>
        </p:nvSpPr>
        <p:spPr>
          <a:xfrm>
            <a:off x="4614521" y="2988476"/>
            <a:ext cx="918600" cy="813600"/>
          </a:xfrm>
          <a:prstGeom prst="rect">
            <a:avLst/>
          </a:prstGeom>
          <a:noFill/>
        </p:spPr>
        <p:txBody>
          <a:bodyPr spcFirstLastPara="1" wrap="square" lIns="91425" tIns="91425" rIns="91425" bIns="91425" anchor="b" anchorCtr="0">
            <a:noAutofit/>
          </a:bodyPr>
          <a:lstStyle>
            <a:lvl1pPr lvl="0" algn="ctr" rtl="0">
              <a:lnSpc>
                <a:spcPct val="115000"/>
              </a:lnSpc>
              <a:spcBef>
                <a:spcPts val="0"/>
              </a:spcBef>
              <a:spcAft>
                <a:spcPts val="0"/>
              </a:spcAft>
              <a:buSzPts val="3000"/>
              <a:buNone/>
              <a:defRPr sz="4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a:spLocks noGrp="1"/>
          </p:cNvSpPr>
          <p:nvPr>
            <p:ph type="subTitle" idx="9"/>
          </p:nvPr>
        </p:nvSpPr>
        <p:spPr>
          <a:xfrm>
            <a:off x="1708838" y="1776150"/>
            <a:ext cx="2794500" cy="3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 name="Google Shape;99;p13"/>
          <p:cNvSpPr txBox="1">
            <a:spLocks noGrp="1"/>
          </p:cNvSpPr>
          <p:nvPr>
            <p:ph type="subTitle" idx="13"/>
          </p:nvPr>
        </p:nvSpPr>
        <p:spPr>
          <a:xfrm>
            <a:off x="5628540" y="1763225"/>
            <a:ext cx="2794500" cy="3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0" name="Google Shape;100;p13"/>
          <p:cNvSpPr txBox="1">
            <a:spLocks noGrp="1"/>
          </p:cNvSpPr>
          <p:nvPr>
            <p:ph type="subTitle" idx="14"/>
          </p:nvPr>
        </p:nvSpPr>
        <p:spPr>
          <a:xfrm>
            <a:off x="1712700" y="3088226"/>
            <a:ext cx="2794500" cy="3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1" name="Google Shape;101;p13"/>
          <p:cNvSpPr txBox="1">
            <a:spLocks noGrp="1"/>
          </p:cNvSpPr>
          <p:nvPr>
            <p:ph type="subTitle" idx="15"/>
          </p:nvPr>
        </p:nvSpPr>
        <p:spPr>
          <a:xfrm>
            <a:off x="5632403" y="3088226"/>
            <a:ext cx="2794500" cy="3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2"/>
        <p:cNvGrpSpPr/>
        <p:nvPr/>
      </p:nvGrpSpPr>
      <p:grpSpPr>
        <a:xfrm>
          <a:off x="0" y="0"/>
          <a:ext cx="0" cy="0"/>
          <a:chOff x="0" y="0"/>
          <a:chExt cx="0" cy="0"/>
        </a:xfrm>
      </p:grpSpPr>
      <p:pic>
        <p:nvPicPr>
          <p:cNvPr id="103" name="Google Shape;103;p14"/>
          <p:cNvPicPr preferRelativeResize="0"/>
          <p:nvPr/>
        </p:nvPicPr>
        <p:blipFill rotWithShape="1">
          <a:blip r:embed="rId2">
            <a:alphaModFix amt="11000"/>
          </a:blip>
          <a:srcRect t="10406" b="5262"/>
          <a:stretch/>
        </p:blipFill>
        <p:spPr>
          <a:xfrm>
            <a:off x="-1" y="0"/>
            <a:ext cx="9144003" cy="5143499"/>
          </a:xfrm>
          <a:prstGeom prst="rect">
            <a:avLst/>
          </a:prstGeom>
          <a:noFill/>
          <a:ln>
            <a:noFill/>
          </a:ln>
        </p:spPr>
      </p:pic>
      <p:sp>
        <p:nvSpPr>
          <p:cNvPr id="104" name="Google Shape;104;p14"/>
          <p:cNvSpPr/>
          <p:nvPr/>
        </p:nvSpPr>
        <p:spPr>
          <a:xfrm rot="-5400000" flipH="1">
            <a:off x="1994550" y="-2000850"/>
            <a:ext cx="5156100" cy="9145200"/>
          </a:xfrm>
          <a:prstGeom prst="rect">
            <a:avLst/>
          </a:prstGeom>
          <a:gradFill>
            <a:gsLst>
              <a:gs pos="0">
                <a:schemeClr val="dk2">
                  <a:alpha val="64999"/>
                </a:schemeClr>
              </a:gs>
              <a:gs pos="19000">
                <a:srgbClr val="1C2435">
                  <a:alpha val="34901"/>
                  <a:alpha val="64999"/>
                </a:srgbClr>
              </a:gs>
              <a:gs pos="100000">
                <a:srgbClr val="1C2435">
                  <a:alpha val="3921"/>
                  <a:alpha val="6499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14"/>
          <p:cNvSpPr txBox="1">
            <a:spLocks noGrp="1"/>
          </p:cNvSpPr>
          <p:nvPr>
            <p:ph type="title"/>
          </p:nvPr>
        </p:nvSpPr>
        <p:spPr>
          <a:xfrm>
            <a:off x="713325" y="3167100"/>
            <a:ext cx="72831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713325" y="1174975"/>
            <a:ext cx="7283100" cy="1792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
  <p:cSld name="CUSTOM_11">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6" name="Google Shape;116;p17"/>
          <p:cNvSpPr/>
          <p:nvPr/>
        </p:nvSpPr>
        <p:spPr>
          <a:xfrm>
            <a:off x="-16500" y="4709875"/>
            <a:ext cx="9177000" cy="43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17"/>
          <p:cNvSpPr/>
          <p:nvPr/>
        </p:nvSpPr>
        <p:spPr>
          <a:xfrm>
            <a:off x="-8550" y="4608575"/>
            <a:ext cx="9161100" cy="9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21"/>
        <p:cNvGrpSpPr/>
        <p:nvPr/>
      </p:nvGrpSpPr>
      <p:grpSpPr>
        <a:xfrm>
          <a:off x="0" y="0"/>
          <a:ext cx="0" cy="0"/>
          <a:chOff x="0" y="0"/>
          <a:chExt cx="0" cy="0"/>
        </a:xfrm>
      </p:grpSpPr>
      <p:sp>
        <p:nvSpPr>
          <p:cNvPr id="122" name="Google Shape;122;p19"/>
          <p:cNvSpPr/>
          <p:nvPr/>
        </p:nvSpPr>
        <p:spPr>
          <a:xfrm>
            <a:off x="0" y="2828550"/>
            <a:ext cx="9163500" cy="23151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3" name="Google Shape;123;p19"/>
          <p:cNvGrpSpPr/>
          <p:nvPr/>
        </p:nvGrpSpPr>
        <p:grpSpPr>
          <a:xfrm flipH="1">
            <a:off x="7711100" y="4158054"/>
            <a:ext cx="1643875" cy="638399"/>
            <a:chOff x="252127" y="4289379"/>
            <a:chExt cx="1643875" cy="638399"/>
          </a:xfrm>
        </p:grpSpPr>
        <p:sp>
          <p:nvSpPr>
            <p:cNvPr id="124" name="Google Shape;124;p19"/>
            <p:cNvSpPr/>
            <p:nvPr/>
          </p:nvSpPr>
          <p:spPr>
            <a:xfrm rot="10800000">
              <a:off x="252127" y="4289379"/>
              <a:ext cx="445984" cy="638399"/>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125;p19"/>
            <p:cNvSpPr/>
            <p:nvPr/>
          </p:nvSpPr>
          <p:spPr>
            <a:xfrm rot="10800000">
              <a:off x="453254" y="4289379"/>
              <a:ext cx="444498" cy="638399"/>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19"/>
            <p:cNvSpPr/>
            <p:nvPr/>
          </p:nvSpPr>
          <p:spPr>
            <a:xfrm rot="10800000">
              <a:off x="652894" y="4289379"/>
              <a:ext cx="444546" cy="638399"/>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19"/>
            <p:cNvSpPr/>
            <p:nvPr/>
          </p:nvSpPr>
          <p:spPr>
            <a:xfrm rot="10800000">
              <a:off x="851096" y="4289379"/>
              <a:ext cx="445984" cy="638399"/>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128;p19"/>
            <p:cNvSpPr/>
            <p:nvPr/>
          </p:nvSpPr>
          <p:spPr>
            <a:xfrm rot="10800000">
              <a:off x="1052175" y="4289379"/>
              <a:ext cx="444546" cy="638399"/>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129;p19"/>
            <p:cNvSpPr/>
            <p:nvPr/>
          </p:nvSpPr>
          <p:spPr>
            <a:xfrm rot="10800000">
              <a:off x="1250377" y="4289379"/>
              <a:ext cx="445984" cy="638399"/>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19"/>
            <p:cNvSpPr/>
            <p:nvPr/>
          </p:nvSpPr>
          <p:spPr>
            <a:xfrm rot="10800000">
              <a:off x="1451504" y="4289379"/>
              <a:ext cx="444498" cy="638399"/>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lt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1" name="Google Shape;131;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2" name="Google Shape;132;p19"/>
          <p:cNvSpPr txBox="1">
            <a:spLocks noGrp="1"/>
          </p:cNvSpPr>
          <p:nvPr>
            <p:ph type="subTitle" idx="1"/>
          </p:nvPr>
        </p:nvSpPr>
        <p:spPr>
          <a:xfrm>
            <a:off x="1828650" y="1870475"/>
            <a:ext cx="5486700" cy="60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3" name="Google Shape;133;p19"/>
          <p:cNvSpPr txBox="1">
            <a:spLocks noGrp="1"/>
          </p:cNvSpPr>
          <p:nvPr>
            <p:ph type="subTitle" idx="2"/>
          </p:nvPr>
        </p:nvSpPr>
        <p:spPr>
          <a:xfrm>
            <a:off x="1828650" y="3515450"/>
            <a:ext cx="5486700" cy="64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solidFill>
                  <a:schemeClr val="lt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4" name="Google Shape;134;p19"/>
          <p:cNvSpPr txBox="1">
            <a:spLocks noGrp="1"/>
          </p:cNvSpPr>
          <p:nvPr>
            <p:ph type="subTitle" idx="3"/>
          </p:nvPr>
        </p:nvSpPr>
        <p:spPr>
          <a:xfrm>
            <a:off x="1828650" y="1497575"/>
            <a:ext cx="5486700" cy="36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2"/>
                </a:solidFill>
                <a:latin typeface="DM Sans"/>
                <a:ea typeface="DM Sans"/>
                <a:cs typeface="DM Sans"/>
                <a:sym typeface="DM Sa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5" name="Google Shape;135;p19"/>
          <p:cNvSpPr txBox="1">
            <a:spLocks noGrp="1"/>
          </p:cNvSpPr>
          <p:nvPr>
            <p:ph type="subTitle" idx="4"/>
          </p:nvPr>
        </p:nvSpPr>
        <p:spPr>
          <a:xfrm>
            <a:off x="1828650" y="3178575"/>
            <a:ext cx="5486700" cy="369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lt1"/>
                </a:solidFill>
                <a:latin typeface="DM Sans"/>
                <a:ea typeface="DM Sans"/>
                <a:cs typeface="DM Sans"/>
                <a:sym typeface="DM Sa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6"/>
        <p:cNvGrpSpPr/>
        <p:nvPr/>
      </p:nvGrpSpPr>
      <p:grpSpPr>
        <a:xfrm>
          <a:off x="0" y="0"/>
          <a:ext cx="0" cy="0"/>
          <a:chOff x="0" y="0"/>
          <a:chExt cx="0" cy="0"/>
        </a:xfrm>
      </p:grpSpPr>
      <p:sp>
        <p:nvSpPr>
          <p:cNvPr id="137" name="Google Shape;137;p20"/>
          <p:cNvSpPr txBox="1">
            <a:spLocks noGrp="1"/>
          </p:cNvSpPr>
          <p:nvPr>
            <p:ph type="subTitle" idx="1"/>
          </p:nvPr>
        </p:nvSpPr>
        <p:spPr>
          <a:xfrm>
            <a:off x="937625" y="2884425"/>
            <a:ext cx="2175300" cy="1113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 name="Google Shape;138;p20"/>
          <p:cNvSpPr txBox="1">
            <a:spLocks noGrp="1"/>
          </p:cNvSpPr>
          <p:nvPr>
            <p:ph type="subTitle" idx="2"/>
          </p:nvPr>
        </p:nvSpPr>
        <p:spPr>
          <a:xfrm>
            <a:off x="3484347" y="2884425"/>
            <a:ext cx="2175300" cy="1113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20"/>
          <p:cNvSpPr txBox="1">
            <a:spLocks noGrp="1"/>
          </p:cNvSpPr>
          <p:nvPr>
            <p:ph type="subTitle" idx="3"/>
          </p:nvPr>
        </p:nvSpPr>
        <p:spPr>
          <a:xfrm>
            <a:off x="6031075" y="2884425"/>
            <a:ext cx="2175300" cy="1113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0" name="Google Shape;140;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1" name="Google Shape;141;p20"/>
          <p:cNvSpPr txBox="1">
            <a:spLocks noGrp="1"/>
          </p:cNvSpPr>
          <p:nvPr>
            <p:ph type="subTitle" idx="4"/>
          </p:nvPr>
        </p:nvSpPr>
        <p:spPr>
          <a:xfrm>
            <a:off x="937625" y="2573875"/>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lt1"/>
                </a:solidFill>
                <a:latin typeface="DM Sans"/>
                <a:ea typeface="DM Sans"/>
                <a:cs typeface="DM Sans"/>
                <a:sym typeface="DM Sa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2" name="Google Shape;142;p20"/>
          <p:cNvSpPr txBox="1">
            <a:spLocks noGrp="1"/>
          </p:cNvSpPr>
          <p:nvPr>
            <p:ph type="subTitle" idx="5"/>
          </p:nvPr>
        </p:nvSpPr>
        <p:spPr>
          <a:xfrm>
            <a:off x="3484347" y="2573875"/>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lt1"/>
                </a:solidFill>
                <a:latin typeface="DM Sans"/>
                <a:ea typeface="DM Sans"/>
                <a:cs typeface="DM Sans"/>
                <a:sym typeface="DM Sa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43" name="Google Shape;143;p20"/>
          <p:cNvSpPr txBox="1">
            <a:spLocks noGrp="1"/>
          </p:cNvSpPr>
          <p:nvPr>
            <p:ph type="subTitle" idx="6"/>
          </p:nvPr>
        </p:nvSpPr>
        <p:spPr>
          <a:xfrm>
            <a:off x="6031075" y="2573875"/>
            <a:ext cx="21753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lt1"/>
                </a:solidFill>
                <a:latin typeface="DM Sans"/>
                <a:ea typeface="DM Sans"/>
                <a:cs typeface="DM Sans"/>
                <a:sym typeface="DM Sa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97"/>
        <p:cNvGrpSpPr/>
        <p:nvPr/>
      </p:nvGrpSpPr>
      <p:grpSpPr>
        <a:xfrm>
          <a:off x="0" y="0"/>
          <a:ext cx="0" cy="0"/>
          <a:chOff x="0" y="0"/>
          <a:chExt cx="0" cy="0"/>
        </a:xfrm>
      </p:grpSpPr>
      <p:grpSp>
        <p:nvGrpSpPr>
          <p:cNvPr id="198" name="Google Shape;198;p26"/>
          <p:cNvGrpSpPr/>
          <p:nvPr/>
        </p:nvGrpSpPr>
        <p:grpSpPr>
          <a:xfrm rot="10800000" flipH="1">
            <a:off x="7256508" y="4191411"/>
            <a:ext cx="3640368" cy="638391"/>
            <a:chOff x="4820700" y="3011328"/>
            <a:chExt cx="1074965" cy="205284"/>
          </a:xfrm>
        </p:grpSpPr>
        <p:sp>
          <p:nvSpPr>
            <p:cNvPr id="199" name="Google Shape;199;p26"/>
            <p:cNvSpPr/>
            <p:nvPr/>
          </p:nvSpPr>
          <p:spPr>
            <a:xfrm>
              <a:off x="5763972" y="3011328"/>
              <a:ext cx="131693" cy="205284"/>
            </a:xfrm>
            <a:custGeom>
              <a:avLst/>
              <a:gdLst/>
              <a:ahLst/>
              <a:cxnLst/>
              <a:rect l="l" t="t" r="r" b="b"/>
              <a:pathLst>
                <a:path w="9302" h="14500" fill="none" extrusionOk="0">
                  <a:moveTo>
                    <a:pt x="7235" y="14499"/>
                  </a:moveTo>
                  <a:lnTo>
                    <a:pt x="9302" y="12463"/>
                  </a:lnTo>
                  <a:lnTo>
                    <a:pt x="4043" y="7265"/>
                  </a:lnTo>
                  <a:lnTo>
                    <a:pt x="9302" y="2006"/>
                  </a:lnTo>
                  <a:lnTo>
                    <a:pt x="7235" y="0"/>
                  </a:lnTo>
                  <a:lnTo>
                    <a:pt x="1"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26"/>
            <p:cNvSpPr/>
            <p:nvPr/>
          </p:nvSpPr>
          <p:spPr>
            <a:xfrm>
              <a:off x="5705020"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26"/>
            <p:cNvSpPr/>
            <p:nvPr/>
          </p:nvSpPr>
          <p:spPr>
            <a:xfrm>
              <a:off x="5646068"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26"/>
            <p:cNvSpPr/>
            <p:nvPr/>
          </p:nvSpPr>
          <p:spPr>
            <a:xfrm>
              <a:off x="5587541" y="3011328"/>
              <a:ext cx="131254" cy="205284"/>
            </a:xfrm>
            <a:custGeom>
              <a:avLst/>
              <a:gdLst/>
              <a:ahLst/>
              <a:cxnLst/>
              <a:rect l="l" t="t" r="r" b="b"/>
              <a:pathLst>
                <a:path w="9271" h="14500" fill="none" extrusionOk="0">
                  <a:moveTo>
                    <a:pt x="4043" y="7265"/>
                  </a:moveTo>
                  <a:lnTo>
                    <a:pt x="9271" y="2006"/>
                  </a:lnTo>
                  <a:lnTo>
                    <a:pt x="7234" y="0"/>
                  </a:lnTo>
                  <a:lnTo>
                    <a:pt x="0" y="7265"/>
                  </a:lnTo>
                  <a:lnTo>
                    <a:pt x="723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3;p26"/>
            <p:cNvSpPr/>
            <p:nvPr/>
          </p:nvSpPr>
          <p:spPr>
            <a:xfrm>
              <a:off x="5528150"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26"/>
            <p:cNvSpPr/>
            <p:nvPr/>
          </p:nvSpPr>
          <p:spPr>
            <a:xfrm>
              <a:off x="5469198" y="3011328"/>
              <a:ext cx="131693" cy="205284"/>
            </a:xfrm>
            <a:custGeom>
              <a:avLst/>
              <a:gdLst/>
              <a:ahLst/>
              <a:cxnLst/>
              <a:rect l="l" t="t" r="r" b="b"/>
              <a:pathLst>
                <a:path w="9302" h="14500" fill="none" extrusionOk="0">
                  <a:moveTo>
                    <a:pt x="4043" y="7265"/>
                  </a:moveTo>
                  <a:lnTo>
                    <a:pt x="9302" y="2006"/>
                  </a:lnTo>
                  <a:lnTo>
                    <a:pt x="7235" y="0"/>
                  </a:lnTo>
                  <a:lnTo>
                    <a:pt x="0"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26"/>
            <p:cNvSpPr/>
            <p:nvPr/>
          </p:nvSpPr>
          <p:spPr>
            <a:xfrm>
              <a:off x="5410247"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26"/>
            <p:cNvSpPr/>
            <p:nvPr/>
          </p:nvSpPr>
          <p:spPr>
            <a:xfrm>
              <a:off x="5351295"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 name="Google Shape;207;p26"/>
            <p:cNvSpPr/>
            <p:nvPr/>
          </p:nvSpPr>
          <p:spPr>
            <a:xfrm>
              <a:off x="5292768" y="3011328"/>
              <a:ext cx="131254" cy="205284"/>
            </a:xfrm>
            <a:custGeom>
              <a:avLst/>
              <a:gdLst/>
              <a:ahLst/>
              <a:cxnLst/>
              <a:rect l="l" t="t" r="r" b="b"/>
              <a:pathLst>
                <a:path w="9271" h="14500" fill="none" extrusionOk="0">
                  <a:moveTo>
                    <a:pt x="4012" y="7265"/>
                  </a:moveTo>
                  <a:lnTo>
                    <a:pt x="9271" y="2006"/>
                  </a:lnTo>
                  <a:lnTo>
                    <a:pt x="7204" y="0"/>
                  </a:lnTo>
                  <a:lnTo>
                    <a:pt x="0" y="7265"/>
                  </a:lnTo>
                  <a:lnTo>
                    <a:pt x="720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26"/>
            <p:cNvSpPr/>
            <p:nvPr/>
          </p:nvSpPr>
          <p:spPr>
            <a:xfrm>
              <a:off x="5233377"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 name="Google Shape;209;p26"/>
            <p:cNvSpPr/>
            <p:nvPr/>
          </p:nvSpPr>
          <p:spPr>
            <a:xfrm>
              <a:off x="5174425"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26"/>
            <p:cNvSpPr/>
            <p:nvPr/>
          </p:nvSpPr>
          <p:spPr>
            <a:xfrm>
              <a:off x="5115473"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 name="Google Shape;211;p26"/>
            <p:cNvSpPr/>
            <p:nvPr/>
          </p:nvSpPr>
          <p:spPr>
            <a:xfrm>
              <a:off x="5056507" y="3011328"/>
              <a:ext cx="131268" cy="205284"/>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 name="Google Shape;212;p26"/>
            <p:cNvSpPr/>
            <p:nvPr/>
          </p:nvSpPr>
          <p:spPr>
            <a:xfrm>
              <a:off x="4997556" y="3011328"/>
              <a:ext cx="131693" cy="205284"/>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 name="Google Shape;213;p26"/>
            <p:cNvSpPr/>
            <p:nvPr/>
          </p:nvSpPr>
          <p:spPr>
            <a:xfrm>
              <a:off x="4938604"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26"/>
            <p:cNvSpPr/>
            <p:nvPr/>
          </p:nvSpPr>
          <p:spPr>
            <a:xfrm>
              <a:off x="4879652"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215;p26"/>
            <p:cNvSpPr/>
            <p:nvPr/>
          </p:nvSpPr>
          <p:spPr>
            <a:xfrm>
              <a:off x="4820700" y="3011328"/>
              <a:ext cx="131254" cy="205284"/>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16" name="Google Shape;216;p26"/>
          <p:cNvSpPr/>
          <p:nvPr/>
        </p:nvSpPr>
        <p:spPr>
          <a:xfrm>
            <a:off x="616157" y="53949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 name="Google Shape;217;p26"/>
          <p:cNvSpPr/>
          <p:nvPr/>
        </p:nvSpPr>
        <p:spPr>
          <a:xfrm>
            <a:off x="425525" y="94398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2">
    <p:spTree>
      <p:nvGrpSpPr>
        <p:cNvPr id="1" name="Shape 218"/>
        <p:cNvGrpSpPr/>
        <p:nvPr/>
      </p:nvGrpSpPr>
      <p:grpSpPr>
        <a:xfrm>
          <a:off x="0" y="0"/>
          <a:ext cx="0" cy="0"/>
          <a:chOff x="0" y="0"/>
          <a:chExt cx="0" cy="0"/>
        </a:xfrm>
      </p:grpSpPr>
      <p:sp>
        <p:nvSpPr>
          <p:cNvPr id="219" name="Google Shape;219;p27"/>
          <p:cNvSpPr/>
          <p:nvPr/>
        </p:nvSpPr>
        <p:spPr>
          <a:xfrm>
            <a:off x="674632" y="42694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27"/>
          <p:cNvSpPr/>
          <p:nvPr/>
        </p:nvSpPr>
        <p:spPr>
          <a:xfrm>
            <a:off x="484000" y="83143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 name="Google Shape;221;p27"/>
          <p:cNvSpPr/>
          <p:nvPr/>
        </p:nvSpPr>
        <p:spPr>
          <a:xfrm>
            <a:off x="8511432" y="4289456"/>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 name="Google Shape;222;p27"/>
          <p:cNvSpPr/>
          <p:nvPr/>
        </p:nvSpPr>
        <p:spPr>
          <a:xfrm>
            <a:off x="8320800" y="4693946"/>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1pPr>
            <a:lvl2pPr lvl="1"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2pPr>
            <a:lvl3pPr lvl="2"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3pPr>
            <a:lvl4pPr lvl="3"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4pPr>
            <a:lvl5pPr lvl="4"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5pPr>
            <a:lvl6pPr lvl="5"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6pPr>
            <a:lvl7pPr lvl="6"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7pPr>
            <a:lvl8pPr lvl="7"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8pPr>
            <a:lvl9pPr lvl="8" rtl="0">
              <a:spcBef>
                <a:spcPts val="0"/>
              </a:spcBef>
              <a:spcAft>
                <a:spcPts val="0"/>
              </a:spcAft>
              <a:buClr>
                <a:schemeClr val="dk1"/>
              </a:buClr>
              <a:buSzPts val="3000"/>
              <a:buFont typeface="Golos Text"/>
              <a:buNone/>
              <a:defRPr sz="3000" b="1">
                <a:solidFill>
                  <a:schemeClr val="dk1"/>
                </a:solidFill>
                <a:latin typeface="Golos Text"/>
                <a:ea typeface="Golos Text"/>
                <a:cs typeface="Golos Text"/>
                <a:sym typeface="Golos Text"/>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1pPr>
            <a:lvl2pPr marL="914400" lvl="1"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2pPr>
            <a:lvl3pPr marL="1371600" lvl="2"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3pPr>
            <a:lvl4pPr marL="1828800" lvl="3"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4pPr>
            <a:lvl5pPr marL="2286000" lvl="4"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5pPr>
            <a:lvl6pPr marL="2743200" lvl="5"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6pPr>
            <a:lvl7pPr marL="3200400" lvl="6"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7pPr>
            <a:lvl8pPr marL="3657600" lvl="7"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8pPr>
            <a:lvl9pPr marL="4114800" lvl="8" indent="-317500">
              <a:lnSpc>
                <a:spcPct val="115000"/>
              </a:lnSpc>
              <a:spcBef>
                <a:spcPts val="0"/>
              </a:spcBef>
              <a:spcAft>
                <a:spcPts val="0"/>
              </a:spcAft>
              <a:buClr>
                <a:schemeClr val="dk1"/>
              </a:buClr>
              <a:buSzPts val="1400"/>
              <a:buFont typeface="Golos Text"/>
              <a:buChar char="■"/>
              <a:defRPr>
                <a:solidFill>
                  <a:schemeClr val="dk1"/>
                </a:solidFill>
                <a:latin typeface="Golos Text"/>
                <a:ea typeface="Golos Text"/>
                <a:cs typeface="Golos Text"/>
                <a:sym typeface="Golos Tex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8" r:id="rId4"/>
    <p:sldLayoutId id="2147483659" r:id="rId5"/>
    <p:sldLayoutId id="2147483660" r:id="rId6"/>
    <p:sldLayoutId id="2147483663" r:id="rId7"/>
    <p:sldLayoutId id="2147483665" r:id="rId8"/>
    <p:sldLayoutId id="2147483666"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11" Type="http://schemas.openxmlformats.org/officeDocument/2006/relationships/image" Target="../media/image8.png"/><Relationship Id="rId5" Type="http://schemas.openxmlformats.org/officeDocument/2006/relationships/diagramQuickStyle" Target="../diagrams/quickStyle2.xml"/><Relationship Id="rId10" Type="http://schemas.openxmlformats.org/officeDocument/2006/relationships/image" Target="../media/image7.png"/><Relationship Id="rId4" Type="http://schemas.openxmlformats.org/officeDocument/2006/relationships/diagramLayout" Target="../diagrams/layout2.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pic>
        <p:nvPicPr>
          <p:cNvPr id="233" name="Google Shape;233;p31"/>
          <p:cNvPicPr preferRelativeResize="0"/>
          <p:nvPr/>
        </p:nvPicPr>
        <p:blipFill rotWithShape="1">
          <a:blip r:embed="rId3">
            <a:alphaModFix amt="54000"/>
          </a:blip>
          <a:srcRect b="15597"/>
          <a:stretch/>
        </p:blipFill>
        <p:spPr>
          <a:xfrm>
            <a:off x="-4139" y="0"/>
            <a:ext cx="9144003" cy="5143501"/>
          </a:xfrm>
          <a:prstGeom prst="rect">
            <a:avLst/>
          </a:prstGeom>
          <a:noFill/>
          <a:ln>
            <a:noFill/>
          </a:ln>
        </p:spPr>
      </p:pic>
      <p:sp>
        <p:nvSpPr>
          <p:cNvPr id="234" name="Google Shape;234;p31"/>
          <p:cNvSpPr/>
          <p:nvPr/>
        </p:nvSpPr>
        <p:spPr>
          <a:xfrm>
            <a:off x="12538" y="0"/>
            <a:ext cx="9144000" cy="5143500"/>
          </a:xfrm>
          <a:prstGeom prst="rect">
            <a:avLst/>
          </a:prstGeom>
          <a:solidFill>
            <a:srgbClr val="1C2435">
              <a:alpha val="612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 name="Google Shape;235;p31"/>
          <p:cNvSpPr/>
          <p:nvPr/>
        </p:nvSpPr>
        <p:spPr>
          <a:xfrm>
            <a:off x="-5158" y="0"/>
            <a:ext cx="9160800" cy="5143500"/>
          </a:xfrm>
          <a:prstGeom prst="rect">
            <a:avLst/>
          </a:prstGeom>
          <a:gradFill>
            <a:gsLst>
              <a:gs pos="0">
                <a:schemeClr val="dk2">
                  <a:alpha val="64999"/>
                </a:schemeClr>
              </a:gs>
              <a:gs pos="31000">
                <a:srgbClr val="1C2435">
                  <a:alpha val="34901"/>
                  <a:alpha val="64999"/>
                </a:srgbClr>
              </a:gs>
              <a:gs pos="100000">
                <a:srgbClr val="1C2435">
                  <a:alpha val="3921"/>
                  <a:alpha val="64999"/>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 name="Google Shape;236;p31"/>
          <p:cNvSpPr txBox="1">
            <a:spLocks noGrp="1"/>
          </p:cNvSpPr>
          <p:nvPr>
            <p:ph type="ctrTitle"/>
          </p:nvPr>
        </p:nvSpPr>
        <p:spPr>
          <a:xfrm>
            <a:off x="837236" y="1176345"/>
            <a:ext cx="7422937" cy="2953814"/>
          </a:xfrm>
          <a:prstGeom prst="rect">
            <a:avLst/>
          </a:prstGeom>
        </p:spPr>
        <p:txBody>
          <a:bodyPr spcFirstLastPara="1" wrap="square" lIns="91425" tIns="91425" rIns="91425" bIns="91425" anchor="ctr" anchorCtr="0">
            <a:noAutofit/>
          </a:bodyPr>
          <a:lstStyle/>
          <a:p>
            <a:pPr lvl="0"/>
            <a:r>
              <a:rPr lang="en-US" dirty="0"/>
              <a:t>Integrated Platform for Crowdsourced Ocean Hazard Reporting and Social Media Analytics</a:t>
            </a:r>
            <a:br>
              <a:rPr lang="en-US" dirty="0"/>
            </a:br>
            <a:r>
              <a:rPr lang="en-US" dirty="0"/>
              <a:t>	</a:t>
            </a:r>
            <a:r>
              <a:rPr lang="en" dirty="0">
                <a:solidFill>
                  <a:schemeClr val="dk2"/>
                </a:solidFill>
              </a:rPr>
              <a:t>SIH25039</a:t>
            </a:r>
            <a:endParaRPr dirty="0">
              <a:solidFill>
                <a:schemeClr val="dk2"/>
              </a:solidFill>
            </a:endParaRPr>
          </a:p>
        </p:txBody>
      </p:sp>
      <p:grpSp>
        <p:nvGrpSpPr>
          <p:cNvPr id="238" name="Google Shape;238;p31"/>
          <p:cNvGrpSpPr/>
          <p:nvPr/>
        </p:nvGrpSpPr>
        <p:grpSpPr>
          <a:xfrm rot="10800000" flipH="1">
            <a:off x="6238108" y="539511"/>
            <a:ext cx="3640368" cy="638391"/>
            <a:chOff x="4820700" y="3011328"/>
            <a:chExt cx="1074965" cy="205284"/>
          </a:xfrm>
        </p:grpSpPr>
        <p:sp>
          <p:nvSpPr>
            <p:cNvPr id="239" name="Google Shape;239;p31"/>
            <p:cNvSpPr/>
            <p:nvPr/>
          </p:nvSpPr>
          <p:spPr>
            <a:xfrm>
              <a:off x="5763972" y="3011328"/>
              <a:ext cx="131693" cy="205284"/>
            </a:xfrm>
            <a:custGeom>
              <a:avLst/>
              <a:gdLst/>
              <a:ahLst/>
              <a:cxnLst/>
              <a:rect l="l" t="t" r="r" b="b"/>
              <a:pathLst>
                <a:path w="9302" h="14500" fill="none" extrusionOk="0">
                  <a:moveTo>
                    <a:pt x="7235" y="14499"/>
                  </a:moveTo>
                  <a:lnTo>
                    <a:pt x="9302" y="12463"/>
                  </a:lnTo>
                  <a:lnTo>
                    <a:pt x="4043" y="7265"/>
                  </a:lnTo>
                  <a:lnTo>
                    <a:pt x="9302" y="2006"/>
                  </a:lnTo>
                  <a:lnTo>
                    <a:pt x="7235" y="0"/>
                  </a:lnTo>
                  <a:lnTo>
                    <a:pt x="1"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 name="Google Shape;240;p31"/>
            <p:cNvSpPr/>
            <p:nvPr/>
          </p:nvSpPr>
          <p:spPr>
            <a:xfrm>
              <a:off x="5705020"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 name="Google Shape;241;p31"/>
            <p:cNvSpPr/>
            <p:nvPr/>
          </p:nvSpPr>
          <p:spPr>
            <a:xfrm>
              <a:off x="5646068"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1"/>
            <p:cNvSpPr/>
            <p:nvPr/>
          </p:nvSpPr>
          <p:spPr>
            <a:xfrm>
              <a:off x="5587541" y="3011328"/>
              <a:ext cx="131254" cy="205284"/>
            </a:xfrm>
            <a:custGeom>
              <a:avLst/>
              <a:gdLst/>
              <a:ahLst/>
              <a:cxnLst/>
              <a:rect l="l" t="t" r="r" b="b"/>
              <a:pathLst>
                <a:path w="9271" h="14500" fill="none" extrusionOk="0">
                  <a:moveTo>
                    <a:pt x="4043" y="7265"/>
                  </a:moveTo>
                  <a:lnTo>
                    <a:pt x="9271" y="2006"/>
                  </a:lnTo>
                  <a:lnTo>
                    <a:pt x="7234" y="0"/>
                  </a:lnTo>
                  <a:lnTo>
                    <a:pt x="0" y="7265"/>
                  </a:lnTo>
                  <a:lnTo>
                    <a:pt x="723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 name="Google Shape;243;p31"/>
            <p:cNvSpPr/>
            <p:nvPr/>
          </p:nvSpPr>
          <p:spPr>
            <a:xfrm>
              <a:off x="5528150"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244;p31"/>
            <p:cNvSpPr/>
            <p:nvPr/>
          </p:nvSpPr>
          <p:spPr>
            <a:xfrm>
              <a:off x="5469198" y="3011328"/>
              <a:ext cx="131693" cy="205284"/>
            </a:xfrm>
            <a:custGeom>
              <a:avLst/>
              <a:gdLst/>
              <a:ahLst/>
              <a:cxnLst/>
              <a:rect l="l" t="t" r="r" b="b"/>
              <a:pathLst>
                <a:path w="9302" h="14500" fill="none" extrusionOk="0">
                  <a:moveTo>
                    <a:pt x="4043" y="7265"/>
                  </a:moveTo>
                  <a:lnTo>
                    <a:pt x="9302" y="2006"/>
                  </a:lnTo>
                  <a:lnTo>
                    <a:pt x="7235" y="0"/>
                  </a:lnTo>
                  <a:lnTo>
                    <a:pt x="0"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245;p31"/>
            <p:cNvSpPr/>
            <p:nvPr/>
          </p:nvSpPr>
          <p:spPr>
            <a:xfrm>
              <a:off x="5410247"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 name="Google Shape;246;p31"/>
            <p:cNvSpPr/>
            <p:nvPr/>
          </p:nvSpPr>
          <p:spPr>
            <a:xfrm>
              <a:off x="5351295"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 name="Google Shape;247;p31"/>
            <p:cNvSpPr/>
            <p:nvPr/>
          </p:nvSpPr>
          <p:spPr>
            <a:xfrm>
              <a:off x="5292768" y="3011328"/>
              <a:ext cx="131254" cy="205284"/>
            </a:xfrm>
            <a:custGeom>
              <a:avLst/>
              <a:gdLst/>
              <a:ahLst/>
              <a:cxnLst/>
              <a:rect l="l" t="t" r="r" b="b"/>
              <a:pathLst>
                <a:path w="9271" h="14500" fill="none" extrusionOk="0">
                  <a:moveTo>
                    <a:pt x="4012" y="7265"/>
                  </a:moveTo>
                  <a:lnTo>
                    <a:pt x="9271" y="2006"/>
                  </a:lnTo>
                  <a:lnTo>
                    <a:pt x="7204" y="0"/>
                  </a:lnTo>
                  <a:lnTo>
                    <a:pt x="0" y="7265"/>
                  </a:lnTo>
                  <a:lnTo>
                    <a:pt x="720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 name="Google Shape;248;p31"/>
            <p:cNvSpPr/>
            <p:nvPr/>
          </p:nvSpPr>
          <p:spPr>
            <a:xfrm>
              <a:off x="5233377"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 name="Google Shape;249;p31"/>
            <p:cNvSpPr/>
            <p:nvPr/>
          </p:nvSpPr>
          <p:spPr>
            <a:xfrm>
              <a:off x="5174425"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31"/>
            <p:cNvSpPr/>
            <p:nvPr/>
          </p:nvSpPr>
          <p:spPr>
            <a:xfrm>
              <a:off x="5115473"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31"/>
            <p:cNvSpPr/>
            <p:nvPr/>
          </p:nvSpPr>
          <p:spPr>
            <a:xfrm>
              <a:off x="5056507" y="3011328"/>
              <a:ext cx="131268" cy="205284"/>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 name="Google Shape;252;p31"/>
            <p:cNvSpPr/>
            <p:nvPr/>
          </p:nvSpPr>
          <p:spPr>
            <a:xfrm>
              <a:off x="4997556" y="3011328"/>
              <a:ext cx="131693" cy="205284"/>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 name="Google Shape;253;p31"/>
            <p:cNvSpPr/>
            <p:nvPr/>
          </p:nvSpPr>
          <p:spPr>
            <a:xfrm>
              <a:off x="4938604"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 name="Google Shape;254;p31"/>
            <p:cNvSpPr/>
            <p:nvPr/>
          </p:nvSpPr>
          <p:spPr>
            <a:xfrm>
              <a:off x="4879652"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31"/>
            <p:cNvSpPr/>
            <p:nvPr/>
          </p:nvSpPr>
          <p:spPr>
            <a:xfrm>
              <a:off x="4820700" y="3011328"/>
              <a:ext cx="131254" cy="205284"/>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56" name="Google Shape;256;p31"/>
          <p:cNvSpPr/>
          <p:nvPr/>
        </p:nvSpPr>
        <p:spPr>
          <a:xfrm>
            <a:off x="626432" y="117789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 name="Google Shape;257;p31"/>
          <p:cNvSpPr/>
          <p:nvPr/>
        </p:nvSpPr>
        <p:spPr>
          <a:xfrm>
            <a:off x="435800" y="158238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58" name="Google Shape;258;p31"/>
          <p:cNvCxnSpPr>
            <a:cxnSpLocks/>
          </p:cNvCxnSpPr>
          <p:nvPr/>
        </p:nvCxnSpPr>
        <p:spPr>
          <a:xfrm>
            <a:off x="839739" y="3602656"/>
            <a:ext cx="4116574" cy="0"/>
          </a:xfrm>
          <a:prstGeom prst="straightConnector1">
            <a:avLst/>
          </a:prstGeom>
          <a:noFill/>
          <a:ln w="38100"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41494-2BEB-9418-ACA8-3DD29F825C3D}"/>
              </a:ext>
            </a:extLst>
          </p:cNvPr>
          <p:cNvSpPr>
            <a:spLocks noGrp="1"/>
          </p:cNvSpPr>
          <p:nvPr>
            <p:ph type="title"/>
          </p:nvPr>
        </p:nvSpPr>
        <p:spPr/>
        <p:txBody>
          <a:bodyPr/>
          <a:lstStyle/>
          <a:p>
            <a:r>
              <a:rPr lang="en-IN" dirty="0"/>
              <a:t>MOTIVATION &amp;PROBLEM STATEMENT</a:t>
            </a:r>
          </a:p>
        </p:txBody>
      </p:sp>
      <p:sp>
        <p:nvSpPr>
          <p:cNvPr id="5" name="Text Placeholder 4">
            <a:extLst>
              <a:ext uri="{FF2B5EF4-FFF2-40B4-BE49-F238E27FC236}">
                <a16:creationId xmlns:a16="http://schemas.microsoft.com/office/drawing/2014/main" id="{5E5AD81D-7F52-BD58-FA08-D3A1054C2CAE}"/>
              </a:ext>
            </a:extLst>
          </p:cNvPr>
          <p:cNvSpPr>
            <a:spLocks noGrp="1"/>
          </p:cNvSpPr>
          <p:nvPr>
            <p:ph type="body" idx="1"/>
          </p:nvPr>
        </p:nvSpPr>
        <p:spPr>
          <a:xfrm>
            <a:off x="1418280" y="1681798"/>
            <a:ext cx="6479970" cy="3082133"/>
          </a:xfrm>
        </p:spPr>
        <p:txBody>
          <a:bodyPr/>
          <a:lstStyle/>
          <a:p>
            <a:pPr marL="152400" indent="0" algn="just">
              <a:buNone/>
            </a:pPr>
            <a:r>
              <a:rPr lang="en-US" dirty="0"/>
              <a:t>India’s 7,500+ km coastline is highly vulnerable to ocean hazards such as tsunamis, storm surges, high waves, swell surges, and coastal flooding. While agencies like INCOIS provide early warnings using satellite data and sensor-based models, real-time ground-level validation from citizens and coastal communities is often unavailable or </a:t>
            </a:r>
            <a:r>
              <a:rPr lang="en-US" dirty="0" err="1"/>
              <a:t>delayed.During</a:t>
            </a:r>
            <a:r>
              <a:rPr lang="en-US" dirty="0"/>
              <a:t> such events, valuable information is frequently shared across social media platforms, but this data remains fragmented, unstructured, and disconnected from official disaster management </a:t>
            </a:r>
            <a:r>
              <a:rPr lang="en-US" dirty="0" err="1"/>
              <a:t>systems.This</a:t>
            </a:r>
            <a:r>
              <a:rPr lang="en-US" dirty="0"/>
              <a:t> lack of integration creates a critical gap between predictive intelligence and real-world conditions, leading to limited situational awareness and delayed response during emergencies.</a:t>
            </a:r>
          </a:p>
        </p:txBody>
      </p:sp>
    </p:spTree>
    <p:extLst>
      <p:ext uri="{BB962C8B-B14F-4D97-AF65-F5344CB8AC3E}">
        <p14:creationId xmlns:p14="http://schemas.microsoft.com/office/powerpoint/2010/main" val="4232081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8"/>
          <p:cNvSpPr/>
          <p:nvPr/>
        </p:nvSpPr>
        <p:spPr>
          <a:xfrm>
            <a:off x="690294" y="1446426"/>
            <a:ext cx="7923619" cy="3430374"/>
          </a:xfrm>
          <a:prstGeom prst="rect">
            <a:avLst/>
          </a:prstGeom>
          <a:solidFill>
            <a:schemeClr val="accent1"/>
          </a:solidFill>
          <a:ln>
            <a:noFill/>
          </a:ln>
        </p:spPr>
        <p:txBody>
          <a:bodyPr spcFirstLastPara="1" wrap="square" lIns="91425" tIns="91425" rIns="91425" bIns="91425" anchor="ctr" anchorCtr="0">
            <a:noAutofit/>
          </a:bodyPr>
          <a:lstStyle/>
          <a:p>
            <a:pPr algn="just"/>
            <a:r>
              <a:rPr lang="en-US" dirty="0"/>
              <a:t>Coastal regions are highly vulnerable to ocean hazards such as tsunamis, storm surges, and high waves, posing serious risks to communities and infrastructure. While existing early-warning systems rely on satellite data and predictive models, they often lack real-time validation from ground-level observations. At the same time, valuable information shared by the public on social media remains unstructured and disconnected from official systems. This project proposes an integrated platform that combines crowdsourced hazard reporting with AI-driven social media analysis to provide a unified view of ongoing events. By enabling geotagged reporting, analyzing public communication trends using NLP, and visualizing data through an interactive geospatial dashboard with hotspot detection, the system enhances situational awareness and supports faster, data-driven decision-making for effective disaster response.</a:t>
            </a:r>
          </a:p>
        </p:txBody>
      </p:sp>
      <p:sp>
        <p:nvSpPr>
          <p:cNvPr id="417" name="Google Shape;417;p38"/>
          <p:cNvSpPr/>
          <p:nvPr/>
        </p:nvSpPr>
        <p:spPr>
          <a:xfrm>
            <a:off x="6771305" y="1023746"/>
            <a:ext cx="857400" cy="85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 name="Google Shape;418;p38"/>
          <p:cNvSpPr/>
          <p:nvPr/>
        </p:nvSpPr>
        <p:spPr>
          <a:xfrm>
            <a:off x="4153694" y="1029827"/>
            <a:ext cx="857400" cy="85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8"/>
          <p:cNvSpPr/>
          <p:nvPr/>
        </p:nvSpPr>
        <p:spPr>
          <a:xfrm>
            <a:off x="1516615" y="1015445"/>
            <a:ext cx="857400" cy="857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 name="Google Shape;420;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ABSTRACT</a:t>
            </a:r>
            <a:endParaRPr dirty="0"/>
          </a:p>
        </p:txBody>
      </p:sp>
      <p:sp>
        <p:nvSpPr>
          <p:cNvPr id="421" name="Google Shape;421;p38"/>
          <p:cNvSpPr txBox="1">
            <a:spLocks noGrp="1"/>
          </p:cNvSpPr>
          <p:nvPr>
            <p:ph type="subTitle" idx="1"/>
          </p:nvPr>
        </p:nvSpPr>
        <p:spPr>
          <a:xfrm>
            <a:off x="937625" y="2884425"/>
            <a:ext cx="2175300" cy="11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422" name="Google Shape;422;p38"/>
          <p:cNvSpPr txBox="1">
            <a:spLocks noGrp="1"/>
          </p:cNvSpPr>
          <p:nvPr>
            <p:ph type="subTitle" idx="2"/>
          </p:nvPr>
        </p:nvSpPr>
        <p:spPr>
          <a:xfrm>
            <a:off x="3484347" y="2884425"/>
            <a:ext cx="2175300" cy="11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423" name="Google Shape;423;p38"/>
          <p:cNvSpPr txBox="1">
            <a:spLocks noGrp="1"/>
          </p:cNvSpPr>
          <p:nvPr>
            <p:ph type="subTitle" idx="3"/>
          </p:nvPr>
        </p:nvSpPr>
        <p:spPr>
          <a:xfrm>
            <a:off x="6031075" y="2884425"/>
            <a:ext cx="2175300" cy="111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grpSp>
        <p:nvGrpSpPr>
          <p:cNvPr id="424" name="Google Shape;424;p38"/>
          <p:cNvGrpSpPr/>
          <p:nvPr/>
        </p:nvGrpSpPr>
        <p:grpSpPr>
          <a:xfrm>
            <a:off x="1775011" y="1282362"/>
            <a:ext cx="340608" cy="340168"/>
            <a:chOff x="5053900" y="2021500"/>
            <a:chExt cx="483750" cy="483125"/>
          </a:xfrm>
        </p:grpSpPr>
        <p:sp>
          <p:nvSpPr>
            <p:cNvPr id="425" name="Google Shape;425;p38"/>
            <p:cNvSpPr/>
            <p:nvPr/>
          </p:nvSpPr>
          <p:spPr>
            <a:xfrm>
              <a:off x="5281350" y="2078100"/>
              <a:ext cx="127375" cy="127350"/>
            </a:xfrm>
            <a:custGeom>
              <a:avLst/>
              <a:gdLst/>
              <a:ahLst/>
              <a:cxnLst/>
              <a:rect l="l" t="t" r="r" b="b"/>
              <a:pathLst>
                <a:path w="5095" h="5094" extrusionOk="0">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6" name="Google Shape;426;p38"/>
            <p:cNvSpPr/>
            <p:nvPr/>
          </p:nvSpPr>
          <p:spPr>
            <a:xfrm>
              <a:off x="5118000" y="2021500"/>
              <a:ext cx="368699" cy="483125"/>
            </a:xfrm>
            <a:custGeom>
              <a:avLst/>
              <a:gdLst/>
              <a:ahLst/>
              <a:cxnLst/>
              <a:rect l="l" t="t" r="r" b="b"/>
              <a:pathLst>
                <a:path w="14748" h="19325" extrusionOk="0">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27" name="Google Shape;427;p38"/>
            <p:cNvSpPr/>
            <p:nvPr/>
          </p:nvSpPr>
          <p:spPr>
            <a:xfrm>
              <a:off x="5053900" y="2191325"/>
              <a:ext cx="56650" cy="28325"/>
            </a:xfrm>
            <a:custGeom>
              <a:avLst/>
              <a:gdLst/>
              <a:ahLst/>
              <a:cxnLst/>
              <a:rect l="l" t="t" r="r" b="b"/>
              <a:pathLst>
                <a:path w="2266" h="1133" extrusionOk="0">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8" name="Google Shape;428;p38"/>
            <p:cNvSpPr/>
            <p:nvPr/>
          </p:nvSpPr>
          <p:spPr>
            <a:xfrm>
              <a:off x="5056850" y="2096550"/>
              <a:ext cx="50750" cy="48025"/>
            </a:xfrm>
            <a:custGeom>
              <a:avLst/>
              <a:gdLst/>
              <a:ahLst/>
              <a:cxnLst/>
              <a:rect l="l" t="t" r="r" b="b"/>
              <a:pathLst>
                <a:path w="2030" h="1921" extrusionOk="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9" name="Google Shape;429;p38"/>
            <p:cNvSpPr/>
            <p:nvPr/>
          </p:nvSpPr>
          <p:spPr>
            <a:xfrm>
              <a:off x="5056400" y="2266400"/>
              <a:ext cx="51200" cy="48350"/>
            </a:xfrm>
            <a:custGeom>
              <a:avLst/>
              <a:gdLst/>
              <a:ahLst/>
              <a:cxnLst/>
              <a:rect l="l" t="t" r="r" b="b"/>
              <a:pathLst>
                <a:path w="2048" h="1934" extrusionOk="0">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0" name="Google Shape;430;p38"/>
            <p:cNvSpPr/>
            <p:nvPr/>
          </p:nvSpPr>
          <p:spPr>
            <a:xfrm>
              <a:off x="5480400" y="2191325"/>
              <a:ext cx="56650" cy="28325"/>
            </a:xfrm>
            <a:custGeom>
              <a:avLst/>
              <a:gdLst/>
              <a:ahLst/>
              <a:cxnLst/>
              <a:rect l="l" t="t" r="r" b="b"/>
              <a:pathLst>
                <a:path w="2266" h="1133" extrusionOk="0">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1" name="Google Shape;431;p38"/>
            <p:cNvSpPr/>
            <p:nvPr/>
          </p:nvSpPr>
          <p:spPr>
            <a:xfrm>
              <a:off x="5479800" y="2096550"/>
              <a:ext cx="54300" cy="48225"/>
            </a:xfrm>
            <a:custGeom>
              <a:avLst/>
              <a:gdLst/>
              <a:ahLst/>
              <a:cxnLst/>
              <a:rect l="l" t="t" r="r" b="b"/>
              <a:pathLst>
                <a:path w="2172" h="1929" extrusionOk="0">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2" name="Google Shape;432;p38"/>
            <p:cNvSpPr/>
            <p:nvPr/>
          </p:nvSpPr>
          <p:spPr>
            <a:xfrm>
              <a:off x="5483350" y="2266400"/>
              <a:ext cx="54300" cy="48225"/>
            </a:xfrm>
            <a:custGeom>
              <a:avLst/>
              <a:gdLst/>
              <a:ahLst/>
              <a:cxnLst/>
              <a:rect l="l" t="t" r="r" b="b"/>
              <a:pathLst>
                <a:path w="2172" h="1929" extrusionOk="0">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33" name="Google Shape;433;p38"/>
          <p:cNvGrpSpPr/>
          <p:nvPr/>
        </p:nvGrpSpPr>
        <p:grpSpPr>
          <a:xfrm>
            <a:off x="4411086" y="1282344"/>
            <a:ext cx="342615" cy="340186"/>
            <a:chOff x="890400" y="4399350"/>
            <a:chExt cx="486600" cy="483150"/>
          </a:xfrm>
        </p:grpSpPr>
        <p:sp>
          <p:nvSpPr>
            <p:cNvPr id="434" name="Google Shape;434;p38"/>
            <p:cNvSpPr/>
            <p:nvPr/>
          </p:nvSpPr>
          <p:spPr>
            <a:xfrm>
              <a:off x="1125300" y="4503075"/>
              <a:ext cx="153800" cy="141650"/>
            </a:xfrm>
            <a:custGeom>
              <a:avLst/>
              <a:gdLst/>
              <a:ahLst/>
              <a:cxnLst/>
              <a:rect l="l" t="t" r="r" b="b"/>
              <a:pathLst>
                <a:path w="6152" h="5666" extrusionOk="0">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5" name="Google Shape;435;p38"/>
            <p:cNvSpPr/>
            <p:nvPr/>
          </p:nvSpPr>
          <p:spPr>
            <a:xfrm>
              <a:off x="890400" y="4399350"/>
              <a:ext cx="486600" cy="483150"/>
            </a:xfrm>
            <a:custGeom>
              <a:avLst/>
              <a:gdLst/>
              <a:ahLst/>
              <a:cxnLst/>
              <a:rect l="l" t="t" r="r" b="b"/>
              <a:pathLst>
                <a:path w="19464" h="19326" extrusionOk="0">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6" name="Google Shape;436;p38"/>
            <p:cNvSpPr/>
            <p:nvPr/>
          </p:nvSpPr>
          <p:spPr>
            <a:xfrm>
              <a:off x="1106975" y="4639875"/>
              <a:ext cx="28325" cy="28325"/>
            </a:xfrm>
            <a:custGeom>
              <a:avLst/>
              <a:gdLst/>
              <a:ahLst/>
              <a:cxnLst/>
              <a:rect l="l" t="t" r="r" b="b"/>
              <a:pathLst>
                <a:path w="1133" h="1133" extrusionOk="0">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37" name="Google Shape;437;p38"/>
          <p:cNvSpPr/>
          <p:nvPr/>
        </p:nvSpPr>
        <p:spPr>
          <a:xfrm>
            <a:off x="7050480" y="1251813"/>
            <a:ext cx="299049" cy="340133"/>
          </a:xfrm>
          <a:custGeom>
            <a:avLst/>
            <a:gdLst/>
            <a:ahLst/>
            <a:cxnLst/>
            <a:rect l="l" t="t" r="r" b="b"/>
            <a:pathLst>
              <a:path w="16989" h="19323" extrusionOk="0">
                <a:moveTo>
                  <a:pt x="8495" y="2378"/>
                </a:moveTo>
                <a:cubicBezTo>
                  <a:pt x="9434" y="2378"/>
                  <a:pt x="10195" y="3136"/>
                  <a:pt x="10195" y="4075"/>
                </a:cubicBezTo>
                <a:lnTo>
                  <a:pt x="10195" y="4642"/>
                </a:lnTo>
                <a:lnTo>
                  <a:pt x="6798" y="4642"/>
                </a:lnTo>
                <a:lnTo>
                  <a:pt x="6798" y="4075"/>
                </a:lnTo>
                <a:cubicBezTo>
                  <a:pt x="6798" y="3136"/>
                  <a:pt x="7556" y="2378"/>
                  <a:pt x="8495" y="2378"/>
                </a:cubicBezTo>
                <a:close/>
                <a:moveTo>
                  <a:pt x="4242" y="1130"/>
                </a:moveTo>
                <a:cubicBezTo>
                  <a:pt x="4665" y="1130"/>
                  <a:pt x="5096" y="1267"/>
                  <a:pt x="5469" y="1565"/>
                </a:cubicBezTo>
                <a:lnTo>
                  <a:pt x="6330" y="2251"/>
                </a:lnTo>
                <a:cubicBezTo>
                  <a:pt x="5901" y="2761"/>
                  <a:pt x="5662" y="3407"/>
                  <a:pt x="5665" y="4075"/>
                </a:cubicBezTo>
                <a:lnTo>
                  <a:pt x="5665" y="4642"/>
                </a:lnTo>
                <a:lnTo>
                  <a:pt x="3872" y="4642"/>
                </a:lnTo>
                <a:cubicBezTo>
                  <a:pt x="3870" y="4642"/>
                  <a:pt x="3869" y="4642"/>
                  <a:pt x="3867" y="4642"/>
                </a:cubicBezTo>
                <a:cubicBezTo>
                  <a:pt x="2879" y="4642"/>
                  <a:pt x="2127" y="3756"/>
                  <a:pt x="2290" y="2782"/>
                </a:cubicBezTo>
                <a:cubicBezTo>
                  <a:pt x="2459" y="1765"/>
                  <a:pt x="3331" y="1130"/>
                  <a:pt x="4242" y="1130"/>
                </a:cubicBezTo>
                <a:close/>
                <a:moveTo>
                  <a:pt x="12746" y="1131"/>
                </a:moveTo>
                <a:cubicBezTo>
                  <a:pt x="13657" y="1131"/>
                  <a:pt x="14530" y="1767"/>
                  <a:pt x="14700" y="2782"/>
                </a:cubicBezTo>
                <a:cubicBezTo>
                  <a:pt x="14862" y="3756"/>
                  <a:pt x="14110" y="4642"/>
                  <a:pt x="13122" y="4642"/>
                </a:cubicBezTo>
                <a:cubicBezTo>
                  <a:pt x="13121" y="4642"/>
                  <a:pt x="13119" y="4642"/>
                  <a:pt x="13117" y="4642"/>
                </a:cubicBezTo>
                <a:lnTo>
                  <a:pt x="11327" y="4642"/>
                </a:lnTo>
                <a:lnTo>
                  <a:pt x="11327" y="4075"/>
                </a:lnTo>
                <a:cubicBezTo>
                  <a:pt x="11327" y="3407"/>
                  <a:pt x="11088" y="2761"/>
                  <a:pt x="10660" y="2251"/>
                </a:cubicBezTo>
                <a:lnTo>
                  <a:pt x="11523" y="1565"/>
                </a:lnTo>
                <a:cubicBezTo>
                  <a:pt x="11895" y="1267"/>
                  <a:pt x="12325" y="1131"/>
                  <a:pt x="12746" y="1131"/>
                </a:cubicBezTo>
                <a:close/>
                <a:moveTo>
                  <a:pt x="6798" y="5775"/>
                </a:moveTo>
                <a:lnTo>
                  <a:pt x="6798" y="8039"/>
                </a:lnTo>
                <a:lnTo>
                  <a:pt x="1136" y="8039"/>
                </a:lnTo>
                <a:lnTo>
                  <a:pt x="1136" y="6339"/>
                </a:lnTo>
                <a:cubicBezTo>
                  <a:pt x="1136" y="6025"/>
                  <a:pt x="1387" y="5775"/>
                  <a:pt x="1701" y="5775"/>
                </a:cubicBezTo>
                <a:close/>
                <a:moveTo>
                  <a:pt x="15288" y="5775"/>
                </a:moveTo>
                <a:cubicBezTo>
                  <a:pt x="15602" y="5775"/>
                  <a:pt x="15856" y="6025"/>
                  <a:pt x="15856" y="6339"/>
                </a:cubicBezTo>
                <a:lnTo>
                  <a:pt x="15856" y="8039"/>
                </a:lnTo>
                <a:lnTo>
                  <a:pt x="10195" y="8039"/>
                </a:lnTo>
                <a:lnTo>
                  <a:pt x="10195" y="5775"/>
                </a:lnTo>
                <a:close/>
                <a:moveTo>
                  <a:pt x="6798" y="9171"/>
                </a:moveTo>
                <a:lnTo>
                  <a:pt x="6798" y="11361"/>
                </a:lnTo>
                <a:lnTo>
                  <a:pt x="2269" y="11361"/>
                </a:lnTo>
                <a:lnTo>
                  <a:pt x="2269" y="9171"/>
                </a:lnTo>
                <a:close/>
                <a:moveTo>
                  <a:pt x="14724" y="9171"/>
                </a:moveTo>
                <a:lnTo>
                  <a:pt x="14724" y="11361"/>
                </a:lnTo>
                <a:lnTo>
                  <a:pt x="10195" y="11361"/>
                </a:lnTo>
                <a:lnTo>
                  <a:pt x="10195" y="9171"/>
                </a:lnTo>
                <a:close/>
                <a:moveTo>
                  <a:pt x="6798" y="12493"/>
                </a:moveTo>
                <a:lnTo>
                  <a:pt x="6798" y="13625"/>
                </a:lnTo>
                <a:lnTo>
                  <a:pt x="2269" y="13625"/>
                </a:lnTo>
                <a:lnTo>
                  <a:pt x="2269" y="12493"/>
                </a:lnTo>
                <a:close/>
                <a:moveTo>
                  <a:pt x="14724" y="12493"/>
                </a:moveTo>
                <a:lnTo>
                  <a:pt x="14724" y="13625"/>
                </a:lnTo>
                <a:lnTo>
                  <a:pt x="10195" y="13625"/>
                </a:lnTo>
                <a:lnTo>
                  <a:pt x="10195" y="12493"/>
                </a:lnTo>
                <a:close/>
                <a:moveTo>
                  <a:pt x="6798" y="14757"/>
                </a:moveTo>
                <a:lnTo>
                  <a:pt x="6798" y="18191"/>
                </a:lnTo>
                <a:lnTo>
                  <a:pt x="2833" y="18191"/>
                </a:lnTo>
                <a:cubicBezTo>
                  <a:pt x="2519" y="18191"/>
                  <a:pt x="2269" y="17937"/>
                  <a:pt x="2269" y="17626"/>
                </a:cubicBezTo>
                <a:lnTo>
                  <a:pt x="2269" y="14757"/>
                </a:lnTo>
                <a:close/>
                <a:moveTo>
                  <a:pt x="9062" y="5775"/>
                </a:moveTo>
                <a:lnTo>
                  <a:pt x="9062" y="18191"/>
                </a:lnTo>
                <a:lnTo>
                  <a:pt x="7930" y="18191"/>
                </a:lnTo>
                <a:lnTo>
                  <a:pt x="7930" y="5775"/>
                </a:lnTo>
                <a:close/>
                <a:moveTo>
                  <a:pt x="14724" y="14757"/>
                </a:moveTo>
                <a:lnTo>
                  <a:pt x="14724" y="17626"/>
                </a:lnTo>
                <a:cubicBezTo>
                  <a:pt x="14724" y="17937"/>
                  <a:pt x="14470" y="18191"/>
                  <a:pt x="14156" y="18191"/>
                </a:cubicBezTo>
                <a:lnTo>
                  <a:pt x="10195" y="18191"/>
                </a:lnTo>
                <a:lnTo>
                  <a:pt x="10195" y="14757"/>
                </a:lnTo>
                <a:close/>
                <a:moveTo>
                  <a:pt x="4235" y="0"/>
                </a:moveTo>
                <a:cubicBezTo>
                  <a:pt x="3860" y="0"/>
                  <a:pt x="3484" y="68"/>
                  <a:pt x="3123" y="207"/>
                </a:cubicBezTo>
                <a:cubicBezTo>
                  <a:pt x="2096" y="599"/>
                  <a:pt x="1351" y="1508"/>
                  <a:pt x="1172" y="2595"/>
                </a:cubicBezTo>
                <a:cubicBezTo>
                  <a:pt x="1052" y="3314"/>
                  <a:pt x="1224" y="4050"/>
                  <a:pt x="1653" y="4642"/>
                </a:cubicBezTo>
                <a:cubicBezTo>
                  <a:pt x="732" y="4666"/>
                  <a:pt x="1" y="5421"/>
                  <a:pt x="1" y="6339"/>
                </a:cubicBezTo>
                <a:lnTo>
                  <a:pt x="4" y="8604"/>
                </a:lnTo>
                <a:cubicBezTo>
                  <a:pt x="4" y="8918"/>
                  <a:pt x="255" y="9171"/>
                  <a:pt x="569" y="9171"/>
                </a:cubicBezTo>
                <a:lnTo>
                  <a:pt x="1136" y="9171"/>
                </a:lnTo>
                <a:lnTo>
                  <a:pt x="1136" y="17626"/>
                </a:lnTo>
                <a:cubicBezTo>
                  <a:pt x="1136" y="18562"/>
                  <a:pt x="1894" y="19323"/>
                  <a:pt x="2833" y="19323"/>
                </a:cubicBezTo>
                <a:lnTo>
                  <a:pt x="14156" y="19323"/>
                </a:lnTo>
                <a:cubicBezTo>
                  <a:pt x="15095" y="19323"/>
                  <a:pt x="15853" y="18562"/>
                  <a:pt x="15856" y="17626"/>
                </a:cubicBezTo>
                <a:lnTo>
                  <a:pt x="15856" y="9171"/>
                </a:lnTo>
                <a:lnTo>
                  <a:pt x="16421" y="9171"/>
                </a:lnTo>
                <a:cubicBezTo>
                  <a:pt x="16735" y="9171"/>
                  <a:pt x="16988" y="8918"/>
                  <a:pt x="16988" y="8604"/>
                </a:cubicBezTo>
                <a:lnTo>
                  <a:pt x="16988" y="6339"/>
                </a:lnTo>
                <a:cubicBezTo>
                  <a:pt x="16988" y="5418"/>
                  <a:pt x="16255" y="4666"/>
                  <a:pt x="15337" y="4642"/>
                </a:cubicBezTo>
                <a:cubicBezTo>
                  <a:pt x="15762" y="4050"/>
                  <a:pt x="15938" y="3314"/>
                  <a:pt x="15817" y="2595"/>
                </a:cubicBezTo>
                <a:cubicBezTo>
                  <a:pt x="15636" y="1508"/>
                  <a:pt x="14893" y="599"/>
                  <a:pt x="13866" y="207"/>
                </a:cubicBezTo>
                <a:cubicBezTo>
                  <a:pt x="13506" y="68"/>
                  <a:pt x="13129" y="0"/>
                  <a:pt x="12755" y="0"/>
                </a:cubicBezTo>
                <a:cubicBezTo>
                  <a:pt x="12061" y="0"/>
                  <a:pt x="11376" y="233"/>
                  <a:pt x="10817" y="681"/>
                </a:cubicBezTo>
                <a:lnTo>
                  <a:pt x="9742" y="1535"/>
                </a:lnTo>
                <a:cubicBezTo>
                  <a:pt x="9348" y="1340"/>
                  <a:pt x="8920" y="1243"/>
                  <a:pt x="8494" y="1243"/>
                </a:cubicBezTo>
                <a:cubicBezTo>
                  <a:pt x="8067" y="1243"/>
                  <a:pt x="7640" y="1340"/>
                  <a:pt x="7248" y="1535"/>
                </a:cubicBezTo>
                <a:lnTo>
                  <a:pt x="6173" y="681"/>
                </a:lnTo>
                <a:cubicBezTo>
                  <a:pt x="5614" y="233"/>
                  <a:pt x="4928" y="0"/>
                  <a:pt x="4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438" name="Google Shape;438;p38"/>
          <p:cNvSpPr txBox="1">
            <a:spLocks noGrp="1"/>
          </p:cNvSpPr>
          <p:nvPr>
            <p:ph type="subTitle" idx="4"/>
          </p:nvPr>
        </p:nvSpPr>
        <p:spPr>
          <a:xfrm>
            <a:off x="937625" y="2573875"/>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439" name="Google Shape;439;p38"/>
          <p:cNvSpPr txBox="1">
            <a:spLocks noGrp="1"/>
          </p:cNvSpPr>
          <p:nvPr>
            <p:ph type="subTitle" idx="5"/>
          </p:nvPr>
        </p:nvSpPr>
        <p:spPr>
          <a:xfrm>
            <a:off x="3484347" y="2573875"/>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440" name="Google Shape;440;p38"/>
          <p:cNvSpPr txBox="1">
            <a:spLocks noGrp="1"/>
          </p:cNvSpPr>
          <p:nvPr>
            <p:ph type="subTitle" idx="6"/>
          </p:nvPr>
        </p:nvSpPr>
        <p:spPr>
          <a:xfrm>
            <a:off x="6031075" y="2573875"/>
            <a:ext cx="2175300" cy="394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441" name="Google Shape;441;p38"/>
          <p:cNvSpPr/>
          <p:nvPr/>
        </p:nvSpPr>
        <p:spPr>
          <a:xfrm>
            <a:off x="1027207" y="76214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8"/>
          <p:cNvSpPr/>
          <p:nvPr/>
        </p:nvSpPr>
        <p:spPr>
          <a:xfrm>
            <a:off x="836575" y="116663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8"/>
          <p:cNvSpPr/>
          <p:nvPr/>
        </p:nvSpPr>
        <p:spPr>
          <a:xfrm flipH="1">
            <a:off x="7972325" y="703019"/>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8"/>
          <p:cNvSpPr/>
          <p:nvPr/>
        </p:nvSpPr>
        <p:spPr>
          <a:xfrm flipH="1">
            <a:off x="8288257" y="1107509"/>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pic>
        <p:nvPicPr>
          <p:cNvPr id="11" name="Picture 10">
            <a:extLst>
              <a:ext uri="{FF2B5EF4-FFF2-40B4-BE49-F238E27FC236}">
                <a16:creationId xmlns:a16="http://schemas.microsoft.com/office/drawing/2014/main" id="{C52CD6C6-0321-5C94-98CC-9803667C67C3}"/>
              </a:ext>
            </a:extLst>
          </p:cNvPr>
          <p:cNvPicPr>
            <a:picLocks noChangeAspect="1"/>
          </p:cNvPicPr>
          <p:nvPr/>
        </p:nvPicPr>
        <p:blipFill>
          <a:blip r:embed="rId3"/>
          <a:srcRect/>
          <a:stretch/>
        </p:blipFill>
        <p:spPr>
          <a:xfrm rot="10800000">
            <a:off x="4087219" y="2312062"/>
            <a:ext cx="928290" cy="928290"/>
          </a:xfrm>
          <a:prstGeom prst="rect">
            <a:avLst/>
          </a:prstGeom>
        </p:spPr>
      </p:pic>
      <p:sp>
        <p:nvSpPr>
          <p:cNvPr id="263" name="Google Shape;263;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264" name="Google Shape;264;p32"/>
          <p:cNvSpPr txBox="1">
            <a:spLocks noGrp="1"/>
          </p:cNvSpPr>
          <p:nvPr>
            <p:ph type="body" idx="1"/>
          </p:nvPr>
        </p:nvSpPr>
        <p:spPr>
          <a:xfrm>
            <a:off x="719999" y="1478165"/>
            <a:ext cx="3680120" cy="3415244"/>
          </a:xfrm>
          <a:prstGeom prst="rect">
            <a:avLst/>
          </a:prstGeom>
        </p:spPr>
        <p:txBody>
          <a:bodyPr spcFirstLastPara="1" wrap="square" lIns="91425" tIns="91425" rIns="91425" bIns="91425" anchor="t" anchorCtr="0">
            <a:noAutofit/>
          </a:bodyPr>
          <a:lstStyle/>
          <a:p>
            <a:pPr marL="0" lvl="0" indent="0">
              <a:buNone/>
            </a:pPr>
            <a:r>
              <a:rPr lang="en-US" sz="1400" dirty="0">
                <a:latin typeface="Posterama" panose="020B0504020200020000" pitchFamily="34" charset="0"/>
                <a:cs typeface="Posterama" panose="020B0504020200020000" pitchFamily="34" charset="0"/>
              </a:rPr>
              <a:t>• Early-warning systems rely mainly on satellite and sensor data.</a:t>
            </a:r>
            <a:br>
              <a:rPr lang="en-US" sz="1400" dirty="0">
                <a:latin typeface="Posterama" panose="020B0504020200020000" pitchFamily="34" charset="0"/>
                <a:cs typeface="Posterama" panose="020B0504020200020000" pitchFamily="34" charset="0"/>
              </a:rPr>
            </a:br>
            <a:r>
              <a:rPr lang="en-US" sz="1400" dirty="0">
                <a:latin typeface="Posterama" panose="020B0504020200020000" pitchFamily="34" charset="0"/>
                <a:cs typeface="Posterama" panose="020B0504020200020000" pitchFamily="34" charset="0"/>
              </a:rPr>
              <a:t>• Real-time ground-level validation from citizens is often delayed.</a:t>
            </a:r>
            <a:br>
              <a:rPr lang="en-US" sz="1400" dirty="0">
                <a:latin typeface="Posterama" panose="020B0504020200020000" pitchFamily="34" charset="0"/>
                <a:cs typeface="Posterama" panose="020B0504020200020000" pitchFamily="34" charset="0"/>
              </a:rPr>
            </a:br>
            <a:r>
              <a:rPr lang="en-US" sz="1400" dirty="0">
                <a:latin typeface="Posterama" panose="020B0504020200020000" pitchFamily="34" charset="0"/>
                <a:cs typeface="Posterama" panose="020B0504020200020000" pitchFamily="34" charset="0"/>
              </a:rPr>
              <a:t>• No unified platform integrates predictive data with public signals.</a:t>
            </a:r>
          </a:p>
          <a:p>
            <a:pPr marL="0" indent="0">
              <a:buNone/>
            </a:pPr>
            <a:r>
              <a:rPr lang="en-US" sz="1400" dirty="0">
                <a:latin typeface="Posterama" panose="020B0504020200020000" pitchFamily="34" charset="0"/>
                <a:cs typeface="Posterama" panose="020B0504020200020000" pitchFamily="34" charset="0"/>
              </a:rPr>
              <a:t>• Even minutes of delay can increase disaster impact.</a:t>
            </a:r>
            <a:br>
              <a:rPr lang="en-US" sz="1400" dirty="0">
                <a:latin typeface="Posterama" panose="020B0504020200020000" pitchFamily="34" charset="0"/>
                <a:cs typeface="Posterama" panose="020B0504020200020000" pitchFamily="34" charset="0"/>
              </a:rPr>
            </a:br>
            <a:r>
              <a:rPr lang="en-US" sz="1400" dirty="0">
                <a:latin typeface="Posterama" panose="020B0504020200020000" pitchFamily="34" charset="0"/>
                <a:cs typeface="Posterama" panose="020B0504020200020000" pitchFamily="34" charset="0"/>
              </a:rPr>
              <a:t>• Faster validation leads to better response decisions.</a:t>
            </a:r>
            <a:br>
              <a:rPr lang="en-US" sz="1400" dirty="0">
                <a:latin typeface="Posterama" panose="020B0504020200020000" pitchFamily="34" charset="0"/>
                <a:cs typeface="Posterama" panose="020B0504020200020000" pitchFamily="34" charset="0"/>
              </a:rPr>
            </a:br>
            <a:r>
              <a:rPr lang="en-US" sz="1400" dirty="0">
                <a:latin typeface="Posterama" panose="020B0504020200020000" pitchFamily="34" charset="0"/>
                <a:cs typeface="Posterama" panose="020B0504020200020000" pitchFamily="34" charset="0"/>
              </a:rPr>
              <a:t>• Integrating public signals can improve situational awareness.</a:t>
            </a:r>
          </a:p>
          <a:p>
            <a:pPr marL="0" lvl="0" indent="0">
              <a:buNone/>
            </a:pPr>
            <a:endParaRPr lang="en-US" sz="1400" dirty="0">
              <a:latin typeface="Posterama" panose="020B0504020200020000" pitchFamily="34" charset="0"/>
              <a:cs typeface="Posterama" panose="020B0504020200020000" pitchFamily="34" charset="0"/>
            </a:endParaRPr>
          </a:p>
        </p:txBody>
      </p:sp>
      <p:graphicFrame>
        <p:nvGraphicFramePr>
          <p:cNvPr id="265" name="Google Shape;265;p32"/>
          <p:cNvGraphicFramePr/>
          <p:nvPr>
            <p:extLst>
              <p:ext uri="{D42A27DB-BD31-4B8C-83A1-F6EECF244321}">
                <p14:modId xmlns:p14="http://schemas.microsoft.com/office/powerpoint/2010/main" val="552687225"/>
              </p:ext>
            </p:extLst>
          </p:nvPr>
        </p:nvGraphicFramePr>
        <p:xfrm>
          <a:off x="2256205" y="408853"/>
          <a:ext cx="4590318" cy="4187125"/>
        </p:xfrm>
        <a:graphic>
          <a:graphicData uri="http://schemas.openxmlformats.org/drawingml/2006/table">
            <a:tbl>
              <a:tblPr>
                <a:noFill/>
                <a:tableStyleId>{CE4B084C-A50F-4096-9371-93F727A24597}</a:tableStyleId>
              </a:tblPr>
              <a:tblGrid>
                <a:gridCol w="2350090">
                  <a:extLst>
                    <a:ext uri="{9D8B030D-6E8A-4147-A177-3AD203B41FA5}">
                      <a16:colId xmlns:a16="http://schemas.microsoft.com/office/drawing/2014/main" val="20000"/>
                    </a:ext>
                  </a:extLst>
                </a:gridCol>
                <a:gridCol w="2240228">
                  <a:extLst>
                    <a:ext uri="{9D8B030D-6E8A-4147-A177-3AD203B41FA5}">
                      <a16:colId xmlns:a16="http://schemas.microsoft.com/office/drawing/2014/main" val="20001"/>
                    </a:ext>
                  </a:extLst>
                </a:gridCol>
              </a:tblGrid>
              <a:tr h="3140345">
                <a:tc>
                  <a:txBody>
                    <a:bodyPr/>
                    <a:lstStyle/>
                    <a:p>
                      <a:pPr marL="0" indent="0">
                        <a:buClr>
                          <a:schemeClr val="tx1"/>
                        </a:buClr>
                        <a:buFont typeface="Wingdings" panose="05000000000000000000" pitchFamily="2" charset="2"/>
                        <a:buNone/>
                      </a:pPr>
                      <a:endParaRPr lang="en-US" sz="1100" dirty="0">
                        <a:solidFill>
                          <a:schemeClr val="tx1"/>
                        </a:solidFill>
                        <a:latin typeface="Posterama" panose="020B0504020200020000" pitchFamily="34" charset="0"/>
                        <a:cs typeface="Posterama" panose="020B0504020200020000" pitchFamily="34" charset="0"/>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171450" indent="-171450">
                        <a:buClr>
                          <a:schemeClr val="tx1"/>
                        </a:buClr>
                        <a:buFont typeface="Wingdings" panose="05000000000000000000" pitchFamily="2" charset="2"/>
                        <a:buChar char="§"/>
                      </a:pPr>
                      <a:endParaRPr lang="en-US" sz="1100" dirty="0">
                        <a:solidFill>
                          <a:schemeClr val="tx1"/>
                        </a:solidFill>
                        <a:latin typeface="Posterama" panose="020B0504020200020000" pitchFamily="34" charset="0"/>
                        <a:cs typeface="Posterama" panose="020B0504020200020000" pitchFamily="34" charset="0"/>
                      </a:endParaRPr>
                    </a:p>
                    <a:p>
                      <a:pPr marL="0" lvl="0" indent="0" algn="l" rtl="0">
                        <a:spcBef>
                          <a:spcPts val="0"/>
                        </a:spcBef>
                        <a:spcAft>
                          <a:spcPts val="1600"/>
                        </a:spcAft>
                        <a:buNone/>
                      </a:pPr>
                      <a:endParaRPr lang="en-US" sz="1100"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209356">
                <a:tc>
                  <a:txBody>
                    <a:bodyPr/>
                    <a:lstStyle/>
                    <a:p>
                      <a:pPr marL="0" lvl="0" indent="0" algn="l" rtl="0">
                        <a:spcBef>
                          <a:spcPts val="0"/>
                        </a:spcBef>
                        <a:spcAft>
                          <a:spcPts val="0"/>
                        </a:spcAft>
                        <a:buNone/>
                      </a:pPr>
                      <a:endParaRPr sz="1100" dirty="0">
                        <a:solidFill>
                          <a:schemeClr val="dk1"/>
                        </a:solidFill>
                        <a:latin typeface="Golos Text"/>
                        <a:ea typeface="Golos Text"/>
                        <a:cs typeface="Golos Text"/>
                        <a:sym typeface="Golos Text"/>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endParaRPr sz="1000"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209356">
                <a:tc>
                  <a:txBody>
                    <a:bodyPr/>
                    <a:lstStyle/>
                    <a:p>
                      <a:pPr marL="0" lvl="0" indent="0" algn="l" rtl="0">
                        <a:spcBef>
                          <a:spcPts val="0"/>
                        </a:spcBef>
                        <a:spcAft>
                          <a:spcPts val="0"/>
                        </a:spcAft>
                        <a:buNone/>
                      </a:pPr>
                      <a:endParaRPr sz="1100" dirty="0">
                        <a:solidFill>
                          <a:schemeClr val="dk1"/>
                        </a:solidFill>
                        <a:latin typeface="Golos Text"/>
                        <a:ea typeface="Golos Text"/>
                        <a:cs typeface="Golos Text"/>
                        <a:sym typeface="Golos Text"/>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endParaRPr sz="1000"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209356">
                <a:tc>
                  <a:txBody>
                    <a:bodyPr/>
                    <a:lstStyle/>
                    <a:p>
                      <a:pPr marL="0" lvl="0" indent="0" algn="l" rtl="0">
                        <a:spcBef>
                          <a:spcPts val="0"/>
                        </a:spcBef>
                        <a:spcAft>
                          <a:spcPts val="0"/>
                        </a:spcAft>
                        <a:buNone/>
                      </a:pPr>
                      <a:endParaRPr sz="1100" dirty="0">
                        <a:solidFill>
                          <a:schemeClr val="dk1"/>
                        </a:solidFill>
                        <a:latin typeface="Golos Text"/>
                        <a:ea typeface="Golos Text"/>
                        <a:cs typeface="Golos Text"/>
                        <a:sym typeface="Golos Text"/>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endParaRPr sz="1000"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209356">
                <a:tc>
                  <a:txBody>
                    <a:bodyPr/>
                    <a:lstStyle/>
                    <a:p>
                      <a:pPr marL="0" lvl="0" indent="0" algn="l" rtl="0">
                        <a:spcBef>
                          <a:spcPts val="0"/>
                        </a:spcBef>
                        <a:spcAft>
                          <a:spcPts val="0"/>
                        </a:spcAft>
                        <a:buNone/>
                      </a:pPr>
                      <a:endParaRPr sz="1100" dirty="0">
                        <a:solidFill>
                          <a:schemeClr val="dk1"/>
                        </a:solidFill>
                        <a:latin typeface="Golos Text"/>
                        <a:ea typeface="Golos Text"/>
                        <a:cs typeface="Golos Text"/>
                        <a:sym typeface="Golos Text"/>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000"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lgn="ctr">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r h="209356">
                <a:tc>
                  <a:txBody>
                    <a:bodyPr/>
                    <a:lstStyle/>
                    <a:p>
                      <a:pPr marL="0" lvl="0" indent="0" algn="l" rtl="0">
                        <a:spcBef>
                          <a:spcPts val="0"/>
                        </a:spcBef>
                        <a:spcAft>
                          <a:spcPts val="0"/>
                        </a:spcAft>
                        <a:buNone/>
                      </a:pPr>
                      <a:endParaRPr sz="1100" dirty="0">
                        <a:solidFill>
                          <a:schemeClr val="dk1"/>
                        </a:solidFill>
                        <a:latin typeface="Golos Text"/>
                        <a:ea typeface="Golos Text"/>
                        <a:cs typeface="Golos Text"/>
                        <a:sym typeface="Golos Text"/>
                      </a:endParaRPr>
                    </a:p>
                  </a:txBody>
                  <a:tcPr marL="91425" marR="91425" marT="0" marB="0" anchor="ctr">
                    <a:lnL w="9525" cap="flat" cmpd="sng">
                      <a:solidFill>
                        <a:schemeClr val="dk2">
                          <a:alpha val="0"/>
                        </a:schemeClr>
                      </a:solidFill>
                      <a:prstDash val="solid"/>
                      <a:round/>
                      <a:headEnd type="none" w="sm" len="sm"/>
                      <a:tailEnd type="none" w="sm" len="sm"/>
                    </a:lnL>
                    <a:lnR w="19050" cap="flat" cmpd="sng">
                      <a:solidFill>
                        <a:schemeClr val="dk2"/>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endParaRPr sz="1000" b="1" dirty="0">
                        <a:solidFill>
                          <a:schemeClr val="dk1"/>
                        </a:solidFill>
                        <a:latin typeface="Golos Text"/>
                        <a:ea typeface="Golos Text"/>
                        <a:cs typeface="Golos Text"/>
                        <a:sym typeface="Golos Text"/>
                      </a:endParaRPr>
                    </a:p>
                  </a:txBody>
                  <a:tcPr marL="91425" marR="91425" marT="0" marB="0" anchor="ctr">
                    <a:lnL w="19050" cap="flat" cmpd="sng" algn="ctr">
                      <a:solidFill>
                        <a:schemeClr val="dk2"/>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lgn="ctr">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268" name="Google Shape;268;p32"/>
          <p:cNvGrpSpPr/>
          <p:nvPr/>
        </p:nvGrpSpPr>
        <p:grpSpPr>
          <a:xfrm flipH="1">
            <a:off x="8613353" y="445033"/>
            <a:ext cx="3265743" cy="572701"/>
            <a:chOff x="4820700" y="3011328"/>
            <a:chExt cx="1074965" cy="205284"/>
          </a:xfrm>
        </p:grpSpPr>
        <p:sp>
          <p:nvSpPr>
            <p:cNvPr id="269" name="Google Shape;269;p32"/>
            <p:cNvSpPr/>
            <p:nvPr/>
          </p:nvSpPr>
          <p:spPr>
            <a:xfrm>
              <a:off x="5763972" y="3011328"/>
              <a:ext cx="131693" cy="205284"/>
            </a:xfrm>
            <a:custGeom>
              <a:avLst/>
              <a:gdLst/>
              <a:ahLst/>
              <a:cxnLst/>
              <a:rect l="l" t="t" r="r" b="b"/>
              <a:pathLst>
                <a:path w="9302" h="14500" fill="none" extrusionOk="0">
                  <a:moveTo>
                    <a:pt x="7235" y="14499"/>
                  </a:moveTo>
                  <a:lnTo>
                    <a:pt x="9302" y="12463"/>
                  </a:lnTo>
                  <a:lnTo>
                    <a:pt x="4043" y="7265"/>
                  </a:lnTo>
                  <a:lnTo>
                    <a:pt x="9302" y="2006"/>
                  </a:lnTo>
                  <a:lnTo>
                    <a:pt x="7235" y="0"/>
                  </a:lnTo>
                  <a:lnTo>
                    <a:pt x="1"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2"/>
            <p:cNvSpPr/>
            <p:nvPr/>
          </p:nvSpPr>
          <p:spPr>
            <a:xfrm>
              <a:off x="5705020"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2"/>
            <p:cNvSpPr/>
            <p:nvPr/>
          </p:nvSpPr>
          <p:spPr>
            <a:xfrm>
              <a:off x="5646068"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2"/>
            <p:cNvSpPr/>
            <p:nvPr/>
          </p:nvSpPr>
          <p:spPr>
            <a:xfrm>
              <a:off x="5587541" y="3011328"/>
              <a:ext cx="131254" cy="205284"/>
            </a:xfrm>
            <a:custGeom>
              <a:avLst/>
              <a:gdLst/>
              <a:ahLst/>
              <a:cxnLst/>
              <a:rect l="l" t="t" r="r" b="b"/>
              <a:pathLst>
                <a:path w="9271" h="14500" fill="none" extrusionOk="0">
                  <a:moveTo>
                    <a:pt x="4043" y="7265"/>
                  </a:moveTo>
                  <a:lnTo>
                    <a:pt x="9271" y="2006"/>
                  </a:lnTo>
                  <a:lnTo>
                    <a:pt x="7234" y="0"/>
                  </a:lnTo>
                  <a:lnTo>
                    <a:pt x="0" y="7265"/>
                  </a:lnTo>
                  <a:lnTo>
                    <a:pt x="723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2"/>
            <p:cNvSpPr/>
            <p:nvPr/>
          </p:nvSpPr>
          <p:spPr>
            <a:xfrm>
              <a:off x="5528150"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2"/>
            <p:cNvSpPr/>
            <p:nvPr/>
          </p:nvSpPr>
          <p:spPr>
            <a:xfrm>
              <a:off x="5469198" y="3011328"/>
              <a:ext cx="131693" cy="205284"/>
            </a:xfrm>
            <a:custGeom>
              <a:avLst/>
              <a:gdLst/>
              <a:ahLst/>
              <a:cxnLst/>
              <a:rect l="l" t="t" r="r" b="b"/>
              <a:pathLst>
                <a:path w="9302" h="14500" fill="none" extrusionOk="0">
                  <a:moveTo>
                    <a:pt x="4043" y="7265"/>
                  </a:moveTo>
                  <a:lnTo>
                    <a:pt x="9302" y="2006"/>
                  </a:lnTo>
                  <a:lnTo>
                    <a:pt x="7235" y="0"/>
                  </a:lnTo>
                  <a:lnTo>
                    <a:pt x="0"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2"/>
            <p:cNvSpPr/>
            <p:nvPr/>
          </p:nvSpPr>
          <p:spPr>
            <a:xfrm>
              <a:off x="5410247"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2"/>
            <p:cNvSpPr/>
            <p:nvPr/>
          </p:nvSpPr>
          <p:spPr>
            <a:xfrm>
              <a:off x="5351295"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2"/>
            <p:cNvSpPr/>
            <p:nvPr/>
          </p:nvSpPr>
          <p:spPr>
            <a:xfrm>
              <a:off x="5292768" y="3011328"/>
              <a:ext cx="131254" cy="205284"/>
            </a:xfrm>
            <a:custGeom>
              <a:avLst/>
              <a:gdLst/>
              <a:ahLst/>
              <a:cxnLst/>
              <a:rect l="l" t="t" r="r" b="b"/>
              <a:pathLst>
                <a:path w="9271" h="14500" fill="none" extrusionOk="0">
                  <a:moveTo>
                    <a:pt x="4012" y="7265"/>
                  </a:moveTo>
                  <a:lnTo>
                    <a:pt x="9271" y="2006"/>
                  </a:lnTo>
                  <a:lnTo>
                    <a:pt x="7204" y="0"/>
                  </a:lnTo>
                  <a:lnTo>
                    <a:pt x="0" y="7265"/>
                  </a:lnTo>
                  <a:lnTo>
                    <a:pt x="720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2"/>
            <p:cNvSpPr/>
            <p:nvPr/>
          </p:nvSpPr>
          <p:spPr>
            <a:xfrm>
              <a:off x="5233377"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2"/>
            <p:cNvSpPr/>
            <p:nvPr/>
          </p:nvSpPr>
          <p:spPr>
            <a:xfrm>
              <a:off x="5174425"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2"/>
            <p:cNvSpPr/>
            <p:nvPr/>
          </p:nvSpPr>
          <p:spPr>
            <a:xfrm>
              <a:off x="5115473"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2"/>
            <p:cNvSpPr/>
            <p:nvPr/>
          </p:nvSpPr>
          <p:spPr>
            <a:xfrm>
              <a:off x="5056507" y="3011328"/>
              <a:ext cx="131268" cy="205284"/>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2"/>
            <p:cNvSpPr/>
            <p:nvPr/>
          </p:nvSpPr>
          <p:spPr>
            <a:xfrm>
              <a:off x="4997556" y="3011328"/>
              <a:ext cx="131693" cy="205284"/>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2"/>
            <p:cNvSpPr/>
            <p:nvPr/>
          </p:nvSpPr>
          <p:spPr>
            <a:xfrm>
              <a:off x="4938604"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2"/>
            <p:cNvSpPr/>
            <p:nvPr/>
          </p:nvSpPr>
          <p:spPr>
            <a:xfrm>
              <a:off x="4879652"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2"/>
            <p:cNvSpPr/>
            <p:nvPr/>
          </p:nvSpPr>
          <p:spPr>
            <a:xfrm>
              <a:off x="4820700" y="3011328"/>
              <a:ext cx="131254" cy="205284"/>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32"/>
          <p:cNvGrpSpPr/>
          <p:nvPr/>
        </p:nvGrpSpPr>
        <p:grpSpPr>
          <a:xfrm flipH="1">
            <a:off x="-2656872" y="445033"/>
            <a:ext cx="3265743" cy="572701"/>
            <a:chOff x="4820700" y="3011328"/>
            <a:chExt cx="1074965" cy="205284"/>
          </a:xfrm>
        </p:grpSpPr>
        <p:sp>
          <p:nvSpPr>
            <p:cNvPr id="287" name="Google Shape;287;p32"/>
            <p:cNvSpPr/>
            <p:nvPr/>
          </p:nvSpPr>
          <p:spPr>
            <a:xfrm>
              <a:off x="5763972" y="3011328"/>
              <a:ext cx="131693" cy="205284"/>
            </a:xfrm>
            <a:custGeom>
              <a:avLst/>
              <a:gdLst/>
              <a:ahLst/>
              <a:cxnLst/>
              <a:rect l="l" t="t" r="r" b="b"/>
              <a:pathLst>
                <a:path w="9302" h="14500" fill="none" extrusionOk="0">
                  <a:moveTo>
                    <a:pt x="7235" y="14499"/>
                  </a:moveTo>
                  <a:lnTo>
                    <a:pt x="9302" y="12463"/>
                  </a:lnTo>
                  <a:lnTo>
                    <a:pt x="4043" y="7265"/>
                  </a:lnTo>
                  <a:lnTo>
                    <a:pt x="9302" y="2006"/>
                  </a:lnTo>
                  <a:lnTo>
                    <a:pt x="7235" y="0"/>
                  </a:lnTo>
                  <a:lnTo>
                    <a:pt x="1"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2"/>
            <p:cNvSpPr/>
            <p:nvPr/>
          </p:nvSpPr>
          <p:spPr>
            <a:xfrm>
              <a:off x="5705020"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2"/>
            <p:cNvSpPr/>
            <p:nvPr/>
          </p:nvSpPr>
          <p:spPr>
            <a:xfrm>
              <a:off x="5646068"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2"/>
            <p:cNvSpPr/>
            <p:nvPr/>
          </p:nvSpPr>
          <p:spPr>
            <a:xfrm>
              <a:off x="5587541" y="3011328"/>
              <a:ext cx="131254" cy="205284"/>
            </a:xfrm>
            <a:custGeom>
              <a:avLst/>
              <a:gdLst/>
              <a:ahLst/>
              <a:cxnLst/>
              <a:rect l="l" t="t" r="r" b="b"/>
              <a:pathLst>
                <a:path w="9271" h="14500" fill="none" extrusionOk="0">
                  <a:moveTo>
                    <a:pt x="4043" y="7265"/>
                  </a:moveTo>
                  <a:lnTo>
                    <a:pt x="9271" y="2006"/>
                  </a:lnTo>
                  <a:lnTo>
                    <a:pt x="7234" y="0"/>
                  </a:lnTo>
                  <a:lnTo>
                    <a:pt x="0" y="7265"/>
                  </a:lnTo>
                  <a:lnTo>
                    <a:pt x="723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2"/>
            <p:cNvSpPr/>
            <p:nvPr/>
          </p:nvSpPr>
          <p:spPr>
            <a:xfrm>
              <a:off x="5528150"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2"/>
            <p:cNvSpPr/>
            <p:nvPr/>
          </p:nvSpPr>
          <p:spPr>
            <a:xfrm>
              <a:off x="5469198" y="3011328"/>
              <a:ext cx="131693" cy="205284"/>
            </a:xfrm>
            <a:custGeom>
              <a:avLst/>
              <a:gdLst/>
              <a:ahLst/>
              <a:cxnLst/>
              <a:rect l="l" t="t" r="r" b="b"/>
              <a:pathLst>
                <a:path w="9302" h="14500" fill="none" extrusionOk="0">
                  <a:moveTo>
                    <a:pt x="4043" y="7265"/>
                  </a:moveTo>
                  <a:lnTo>
                    <a:pt x="9302" y="2006"/>
                  </a:lnTo>
                  <a:lnTo>
                    <a:pt x="7235" y="0"/>
                  </a:lnTo>
                  <a:lnTo>
                    <a:pt x="0"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2"/>
            <p:cNvSpPr/>
            <p:nvPr/>
          </p:nvSpPr>
          <p:spPr>
            <a:xfrm>
              <a:off x="5410247"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2"/>
            <p:cNvSpPr/>
            <p:nvPr/>
          </p:nvSpPr>
          <p:spPr>
            <a:xfrm>
              <a:off x="5351295"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2"/>
            <p:cNvSpPr/>
            <p:nvPr/>
          </p:nvSpPr>
          <p:spPr>
            <a:xfrm>
              <a:off x="5292768" y="3011328"/>
              <a:ext cx="131254" cy="205284"/>
            </a:xfrm>
            <a:custGeom>
              <a:avLst/>
              <a:gdLst/>
              <a:ahLst/>
              <a:cxnLst/>
              <a:rect l="l" t="t" r="r" b="b"/>
              <a:pathLst>
                <a:path w="9271" h="14500" fill="none" extrusionOk="0">
                  <a:moveTo>
                    <a:pt x="4012" y="7265"/>
                  </a:moveTo>
                  <a:lnTo>
                    <a:pt x="9271" y="2006"/>
                  </a:lnTo>
                  <a:lnTo>
                    <a:pt x="7204" y="0"/>
                  </a:lnTo>
                  <a:lnTo>
                    <a:pt x="0" y="7265"/>
                  </a:lnTo>
                  <a:lnTo>
                    <a:pt x="720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2"/>
            <p:cNvSpPr/>
            <p:nvPr/>
          </p:nvSpPr>
          <p:spPr>
            <a:xfrm>
              <a:off x="5233377"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2"/>
            <p:cNvSpPr/>
            <p:nvPr/>
          </p:nvSpPr>
          <p:spPr>
            <a:xfrm>
              <a:off x="5174425"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2"/>
            <p:cNvSpPr/>
            <p:nvPr/>
          </p:nvSpPr>
          <p:spPr>
            <a:xfrm>
              <a:off x="5115473"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2"/>
            <p:cNvSpPr/>
            <p:nvPr/>
          </p:nvSpPr>
          <p:spPr>
            <a:xfrm>
              <a:off x="5056507" y="3011328"/>
              <a:ext cx="131268" cy="205284"/>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p:cNvSpPr/>
            <p:nvPr/>
          </p:nvSpPr>
          <p:spPr>
            <a:xfrm>
              <a:off x="4997556" y="3011328"/>
              <a:ext cx="131693" cy="205284"/>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p:cNvSpPr/>
            <p:nvPr/>
          </p:nvSpPr>
          <p:spPr>
            <a:xfrm>
              <a:off x="4938604"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4879652"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4820700" y="3011328"/>
              <a:ext cx="131254" cy="205284"/>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C7DEF7E1-785E-2187-261E-7371AF474283}"/>
              </a:ext>
            </a:extLst>
          </p:cNvPr>
          <p:cNvSpPr txBox="1"/>
          <p:nvPr/>
        </p:nvSpPr>
        <p:spPr>
          <a:xfrm>
            <a:off x="734960" y="408853"/>
            <a:ext cx="3747803" cy="707886"/>
          </a:xfrm>
          <a:prstGeom prst="rect">
            <a:avLst/>
          </a:prstGeom>
          <a:noFill/>
        </p:spPr>
        <p:txBody>
          <a:bodyPr wrap="square" rtlCol="0">
            <a:spAutoFit/>
          </a:bodyPr>
          <a:lstStyle/>
          <a:p>
            <a:r>
              <a:rPr lang="en-US" sz="2000" dirty="0">
                <a:solidFill>
                  <a:schemeClr val="tx1"/>
                </a:solidFill>
                <a:latin typeface="Golos Text SemiBold" panose="020B0604020202020204" charset="0"/>
                <a:cs typeface="Golos Text SemiBold" panose="020B0604020202020204" charset="0"/>
              </a:rPr>
              <a:t>	</a:t>
            </a:r>
          </a:p>
          <a:p>
            <a:r>
              <a:rPr lang="en-US" sz="2000" dirty="0">
                <a:solidFill>
                  <a:schemeClr val="tx1"/>
                </a:solidFill>
                <a:latin typeface="Golos Text SemiBold" panose="020B0604020202020204" charset="0"/>
                <a:cs typeface="Golos Text SemiBold" panose="020B0604020202020204" charset="0"/>
              </a:rPr>
              <a:t>	THE PROBLEM</a:t>
            </a:r>
            <a:endParaRPr lang="en-IN" sz="2000" dirty="0">
              <a:solidFill>
                <a:schemeClr val="tx1"/>
              </a:solidFill>
              <a:latin typeface="Golos Text SemiBold" panose="020B0604020202020204" charset="0"/>
              <a:cs typeface="Golos Text SemiBold" panose="020B0604020202020204" charset="0"/>
            </a:endParaRPr>
          </a:p>
        </p:txBody>
      </p:sp>
      <p:sp>
        <p:nvSpPr>
          <p:cNvPr id="5" name="TextBox 4">
            <a:extLst>
              <a:ext uri="{FF2B5EF4-FFF2-40B4-BE49-F238E27FC236}">
                <a16:creationId xmlns:a16="http://schemas.microsoft.com/office/drawing/2014/main" id="{5A080CEC-A7F6-D4CA-64D5-9419CD629670}"/>
              </a:ext>
            </a:extLst>
          </p:cNvPr>
          <p:cNvSpPr txBox="1"/>
          <p:nvPr/>
        </p:nvSpPr>
        <p:spPr>
          <a:xfrm>
            <a:off x="4451350" y="408853"/>
            <a:ext cx="3972650" cy="707886"/>
          </a:xfrm>
          <a:prstGeom prst="rect">
            <a:avLst/>
          </a:prstGeom>
          <a:noFill/>
        </p:spPr>
        <p:txBody>
          <a:bodyPr wrap="square" rtlCol="0">
            <a:spAutoFit/>
          </a:bodyPr>
          <a:lstStyle/>
          <a:p>
            <a:r>
              <a:rPr lang="en-US" sz="2000" dirty="0">
                <a:solidFill>
                  <a:schemeClr val="tx1"/>
                </a:solidFill>
                <a:latin typeface="Golos Text SemiBold" panose="020B0604020202020204" charset="0"/>
                <a:cs typeface="Golos Text SemiBold" panose="020B0604020202020204" charset="0"/>
              </a:rPr>
              <a:t>	</a:t>
            </a:r>
          </a:p>
          <a:p>
            <a:pPr algn="ctr"/>
            <a:r>
              <a:rPr lang="en-US" sz="2000" dirty="0">
                <a:solidFill>
                  <a:schemeClr val="tx1"/>
                </a:solidFill>
                <a:latin typeface="Golos Text SemiBold" panose="020B0604020202020204" charset="0"/>
                <a:cs typeface="Golos Text SemiBold" panose="020B0604020202020204" charset="0"/>
              </a:rPr>
              <a:t>        THE NEED</a:t>
            </a:r>
            <a:endParaRPr lang="en-IN" sz="2000" dirty="0">
              <a:solidFill>
                <a:schemeClr val="tx1"/>
              </a:solidFill>
              <a:latin typeface="Golos Text SemiBold" panose="020B0604020202020204" charset="0"/>
              <a:cs typeface="Golos Text SemiBold" panose="020B0604020202020204" charset="0"/>
            </a:endParaRPr>
          </a:p>
        </p:txBody>
      </p:sp>
      <p:sp>
        <p:nvSpPr>
          <p:cNvPr id="3" name="TextBox 2">
            <a:extLst>
              <a:ext uri="{FF2B5EF4-FFF2-40B4-BE49-F238E27FC236}">
                <a16:creationId xmlns:a16="http://schemas.microsoft.com/office/drawing/2014/main" id="{FEA2B1B3-7DEC-45F4-39DC-ABBD2AB09283}"/>
              </a:ext>
            </a:extLst>
          </p:cNvPr>
          <p:cNvSpPr txBox="1"/>
          <p:nvPr/>
        </p:nvSpPr>
        <p:spPr>
          <a:xfrm>
            <a:off x="4743882" y="1726099"/>
            <a:ext cx="3972650" cy="2246769"/>
          </a:xfrm>
          <a:prstGeom prst="rect">
            <a:avLst/>
          </a:prstGeom>
          <a:noFill/>
        </p:spPr>
        <p:txBody>
          <a:bodyPr wrap="square" rtlCol="0">
            <a:spAutoFit/>
          </a:bodyPr>
          <a:lstStyle/>
          <a:p>
            <a:r>
              <a:rPr lang="en-US" dirty="0">
                <a:solidFill>
                  <a:schemeClr val="tx1"/>
                </a:solidFill>
                <a:latin typeface="Posterama" panose="020B0504020200020000" pitchFamily="34" charset="0"/>
                <a:cs typeface="Posterama" panose="020B0504020200020000" pitchFamily="34" charset="0"/>
              </a:rPr>
              <a:t>•</a:t>
            </a:r>
            <a:r>
              <a:rPr lang="en-US" dirty="0"/>
              <a:t> </a:t>
            </a:r>
            <a:r>
              <a:rPr lang="en-IN" dirty="0">
                <a:solidFill>
                  <a:schemeClr val="tx1"/>
                </a:solidFill>
                <a:latin typeface="Posterama" panose="020B0504020200020000" pitchFamily="34" charset="0"/>
                <a:cs typeface="Posterama" panose="020B0504020200020000" pitchFamily="34" charset="0"/>
              </a:rPr>
              <a:t>A platform for real-time crowdsourced hazard reporting.</a:t>
            </a:r>
            <a:br>
              <a:rPr lang="en-IN" dirty="0">
                <a:solidFill>
                  <a:schemeClr val="tx1"/>
                </a:solidFill>
                <a:latin typeface="Posterama" panose="020B0504020200020000" pitchFamily="34" charset="0"/>
                <a:cs typeface="Posterama" panose="020B0504020200020000" pitchFamily="34" charset="0"/>
              </a:rPr>
            </a:br>
            <a:r>
              <a:rPr lang="en-IN" dirty="0">
                <a:solidFill>
                  <a:schemeClr val="tx1"/>
                </a:solidFill>
                <a:latin typeface="Posterama" panose="020B0504020200020000" pitchFamily="34" charset="0"/>
                <a:cs typeface="Posterama" panose="020B0504020200020000" pitchFamily="34" charset="0"/>
              </a:rPr>
              <a:t>• AI-based social media monitoring and classification.</a:t>
            </a:r>
            <a:br>
              <a:rPr lang="en-IN" dirty="0">
                <a:solidFill>
                  <a:schemeClr val="tx1"/>
                </a:solidFill>
                <a:latin typeface="Posterama" panose="020B0504020200020000" pitchFamily="34" charset="0"/>
                <a:cs typeface="Posterama" panose="020B0504020200020000" pitchFamily="34" charset="0"/>
              </a:rPr>
            </a:br>
            <a:r>
              <a:rPr lang="en-IN" dirty="0">
                <a:solidFill>
                  <a:schemeClr val="tx1"/>
                </a:solidFill>
                <a:latin typeface="Posterama" panose="020B0504020200020000" pitchFamily="34" charset="0"/>
                <a:cs typeface="Posterama" panose="020B0504020200020000" pitchFamily="34" charset="0"/>
              </a:rPr>
              <a:t>• Geospatial hotspot detection and visualization.</a:t>
            </a:r>
            <a:br>
              <a:rPr lang="en-IN" dirty="0">
                <a:solidFill>
                  <a:schemeClr val="tx1"/>
                </a:solidFill>
                <a:latin typeface="Posterama" panose="020B0504020200020000" pitchFamily="34" charset="0"/>
                <a:cs typeface="Posterama" panose="020B0504020200020000" pitchFamily="34" charset="0"/>
              </a:rPr>
            </a:br>
            <a:r>
              <a:rPr lang="en-IN" dirty="0">
                <a:solidFill>
                  <a:schemeClr val="tx1"/>
                </a:solidFill>
                <a:latin typeface="Posterama" panose="020B0504020200020000" pitchFamily="34" charset="0"/>
                <a:cs typeface="Posterama" panose="020B0504020200020000" pitchFamily="34" charset="0"/>
              </a:rPr>
              <a:t>• Role-based dashboard for officials and analysts.</a:t>
            </a:r>
            <a:br>
              <a:rPr lang="en-IN" dirty="0">
                <a:solidFill>
                  <a:schemeClr val="tx1"/>
                </a:solidFill>
                <a:latin typeface="Posterama" panose="020B0504020200020000" pitchFamily="34" charset="0"/>
                <a:cs typeface="Posterama" panose="020B0504020200020000" pitchFamily="34" charset="0"/>
              </a:rPr>
            </a:br>
            <a:r>
              <a:rPr lang="en-IN" dirty="0">
                <a:solidFill>
                  <a:schemeClr val="tx1"/>
                </a:solidFill>
                <a:latin typeface="Posterama" panose="020B0504020200020000" pitchFamily="34" charset="0"/>
                <a:cs typeface="Posterama" panose="020B0504020200020000" pitchFamily="34" charset="0"/>
              </a:rPr>
              <a:t>• Unified disaster intelligence system for faster decision-making.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dkDnDiag">
          <a:fgClr>
            <a:schemeClr val="lt1"/>
          </a:fgClr>
          <a:bgClr>
            <a:schemeClr val="bg1"/>
          </a:bgClr>
        </a:pattFill>
        <a:effectLst/>
      </p:bgPr>
    </p:bg>
    <p:spTree>
      <p:nvGrpSpPr>
        <p:cNvPr id="1" name="Shape 307"/>
        <p:cNvGrpSpPr/>
        <p:nvPr/>
      </p:nvGrpSpPr>
      <p:grpSpPr>
        <a:xfrm>
          <a:off x="0" y="0"/>
          <a:ext cx="0" cy="0"/>
          <a:chOff x="0" y="0"/>
          <a:chExt cx="0" cy="0"/>
        </a:xfrm>
      </p:grpSpPr>
      <p:sp>
        <p:nvSpPr>
          <p:cNvPr id="308" name="Google Shape;308;p33"/>
          <p:cNvSpPr txBox="1">
            <a:spLocks noGrp="1"/>
          </p:cNvSpPr>
          <p:nvPr>
            <p:ph type="title"/>
          </p:nvPr>
        </p:nvSpPr>
        <p:spPr>
          <a:xfrm>
            <a:off x="754242" y="254533"/>
            <a:ext cx="7754765" cy="125787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EXISTING SOLTUIONS</a:t>
            </a:r>
            <a:endParaRPr dirty="0"/>
          </a:p>
        </p:txBody>
      </p:sp>
      <p:sp>
        <p:nvSpPr>
          <p:cNvPr id="321" name="Google Shape;321;p33"/>
          <p:cNvSpPr/>
          <p:nvPr/>
        </p:nvSpPr>
        <p:spPr>
          <a:xfrm>
            <a:off x="-16500" y="4709875"/>
            <a:ext cx="9177000" cy="43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3"/>
          <p:cNvSpPr/>
          <p:nvPr/>
        </p:nvSpPr>
        <p:spPr>
          <a:xfrm>
            <a:off x="563790" y="111067"/>
            <a:ext cx="156200" cy="143466"/>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3"/>
          <p:cNvSpPr/>
          <p:nvPr/>
        </p:nvSpPr>
        <p:spPr>
          <a:xfrm>
            <a:off x="124707" y="373494"/>
            <a:ext cx="269477" cy="24749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3"/>
          <p:cNvSpPr/>
          <p:nvPr/>
        </p:nvSpPr>
        <p:spPr>
          <a:xfrm>
            <a:off x="-8550" y="4608575"/>
            <a:ext cx="9161100" cy="9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3"/>
          <p:cNvSpPr/>
          <p:nvPr/>
        </p:nvSpPr>
        <p:spPr>
          <a:xfrm flipH="1">
            <a:off x="8430907" y="111080"/>
            <a:ext cx="156200" cy="143466"/>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3"/>
          <p:cNvSpPr/>
          <p:nvPr/>
        </p:nvSpPr>
        <p:spPr>
          <a:xfrm flipH="1">
            <a:off x="8760588" y="349006"/>
            <a:ext cx="269477" cy="24749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F0DD7A9F-E6B1-784E-FC8D-366B7B21BE5E}"/>
              </a:ext>
            </a:extLst>
          </p:cNvPr>
          <p:cNvSpPr>
            <a:spLocks noGrp="1"/>
          </p:cNvSpPr>
          <p:nvPr>
            <p:ph type="subTitle" idx="3"/>
          </p:nvPr>
        </p:nvSpPr>
        <p:spPr/>
        <p:txBody>
          <a:bodyPr/>
          <a:lstStyle/>
          <a:p>
            <a:endParaRPr lang="en-IN" dirty="0"/>
          </a:p>
        </p:txBody>
      </p:sp>
      <p:sp>
        <p:nvSpPr>
          <p:cNvPr id="7" name="Subtitle 6">
            <a:extLst>
              <a:ext uri="{FF2B5EF4-FFF2-40B4-BE49-F238E27FC236}">
                <a16:creationId xmlns:a16="http://schemas.microsoft.com/office/drawing/2014/main" id="{214D300F-149C-DF48-72F9-57ED95BA6BB8}"/>
              </a:ext>
            </a:extLst>
          </p:cNvPr>
          <p:cNvSpPr>
            <a:spLocks noGrp="1"/>
          </p:cNvSpPr>
          <p:nvPr>
            <p:ph type="subTitle" idx="4"/>
          </p:nvPr>
        </p:nvSpPr>
        <p:spPr/>
        <p:txBody>
          <a:bodyPr/>
          <a:lstStyle/>
          <a:p>
            <a:endParaRPr lang="en-IN" dirty="0"/>
          </a:p>
        </p:txBody>
      </p:sp>
      <p:graphicFrame>
        <p:nvGraphicFramePr>
          <p:cNvPr id="24" name="Diagram 23">
            <a:extLst>
              <a:ext uri="{FF2B5EF4-FFF2-40B4-BE49-F238E27FC236}">
                <a16:creationId xmlns:a16="http://schemas.microsoft.com/office/drawing/2014/main" id="{1269B7E5-1B1B-B5EC-AB25-DC2B6BE14ECA}"/>
              </a:ext>
            </a:extLst>
          </p:cNvPr>
          <p:cNvGraphicFramePr/>
          <p:nvPr>
            <p:extLst>
              <p:ext uri="{D42A27DB-BD31-4B8C-83A1-F6EECF244321}">
                <p14:modId xmlns:p14="http://schemas.microsoft.com/office/powerpoint/2010/main" val="707302782"/>
              </p:ext>
            </p:extLst>
          </p:nvPr>
        </p:nvGraphicFramePr>
        <p:xfrm>
          <a:off x="1026294" y="923210"/>
          <a:ext cx="5353877" cy="36377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5" name="Graphic 33" descr="Magnifying glass with solid fill">
            <a:extLst>
              <a:ext uri="{FF2B5EF4-FFF2-40B4-BE49-F238E27FC236}">
                <a16:creationId xmlns:a16="http://schemas.microsoft.com/office/drawing/2014/main" id="{5867E457-52C3-C85E-115F-853D5C69FD7A}"/>
              </a:ext>
            </a:extLst>
          </p:cNvPr>
          <p:cNvSpPr/>
          <p:nvPr/>
        </p:nvSpPr>
        <p:spPr>
          <a:xfrm flipH="1">
            <a:off x="-16500" y="2457776"/>
            <a:ext cx="1477515" cy="1257879"/>
          </a:xfrm>
          <a:custGeom>
            <a:avLst/>
            <a:gdLst>
              <a:gd name="csX0" fmla="*/ 732473 w 751881"/>
              <a:gd name="csY0" fmla="*/ 638175 h 752474"/>
              <a:gd name="csX1" fmla="*/ 613410 w 751881"/>
              <a:gd name="csY1" fmla="*/ 519112 h 752474"/>
              <a:gd name="csX2" fmla="*/ 554355 w 751881"/>
              <a:gd name="csY2" fmla="*/ 501015 h 752474"/>
              <a:gd name="csX3" fmla="*/ 512445 w 751881"/>
              <a:gd name="csY3" fmla="*/ 459105 h 752474"/>
              <a:gd name="csX4" fmla="*/ 571500 w 751881"/>
              <a:gd name="csY4" fmla="*/ 285750 h 752474"/>
              <a:gd name="csX5" fmla="*/ 285750 w 751881"/>
              <a:gd name="csY5" fmla="*/ 0 h 752474"/>
              <a:gd name="csX6" fmla="*/ 0 w 751881"/>
              <a:gd name="csY6" fmla="*/ 285750 h 752474"/>
              <a:gd name="csX7" fmla="*/ 285750 w 751881"/>
              <a:gd name="csY7" fmla="*/ 571500 h 752474"/>
              <a:gd name="csX8" fmla="*/ 459105 w 751881"/>
              <a:gd name="csY8" fmla="*/ 512445 h 752474"/>
              <a:gd name="csX9" fmla="*/ 501015 w 751881"/>
              <a:gd name="csY9" fmla="*/ 554355 h 752474"/>
              <a:gd name="csX10" fmla="*/ 519112 w 751881"/>
              <a:gd name="csY10" fmla="*/ 613410 h 752474"/>
              <a:gd name="csX11" fmla="*/ 638175 w 751881"/>
              <a:gd name="csY11" fmla="*/ 732473 h 752474"/>
              <a:gd name="csX12" fmla="*/ 685800 w 751881"/>
              <a:gd name="csY12" fmla="*/ 752475 h 752474"/>
              <a:gd name="csX13" fmla="*/ 733425 w 751881"/>
              <a:gd name="csY13" fmla="*/ 732473 h 752474"/>
              <a:gd name="csX14" fmla="*/ 732473 w 751881"/>
              <a:gd name="csY14" fmla="*/ 638175 h 752474"/>
              <a:gd name="csX15" fmla="*/ 284798 w 751881"/>
              <a:gd name="csY15" fmla="*/ 513398 h 752474"/>
              <a:gd name="csX16" fmla="*/ 56197 w 751881"/>
              <a:gd name="csY16" fmla="*/ 284798 h 752474"/>
              <a:gd name="csX17" fmla="*/ 284798 w 751881"/>
              <a:gd name="csY17" fmla="*/ 56197 h 752474"/>
              <a:gd name="csX18" fmla="*/ 513398 w 751881"/>
              <a:gd name="csY18" fmla="*/ 284798 h 752474"/>
              <a:gd name="csX19" fmla="*/ 284798 w 751881"/>
              <a:gd name="csY19" fmla="*/ 513398 h 7524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solidFill>
            <a:schemeClr val="tx1"/>
          </a:solidFill>
          <a:ln w="9525" cap="flat">
            <a:noFill/>
            <a:prstDash val="solid"/>
            <a:miter/>
          </a:ln>
          <a:effectLst>
            <a:outerShdw blurRad="101600" dist="76200" dir="8400000" algn="ctr" rotWithShape="0">
              <a:srgbClr val="000000"/>
            </a:outerShdw>
          </a:effectLst>
        </p:spPr>
        <p:txBody>
          <a:bodyPr/>
          <a:lstStyle/>
          <a:p>
            <a:endParaRPr lang="en-IN" dirty="0"/>
          </a:p>
        </p:txBody>
      </p:sp>
      <p:sp>
        <p:nvSpPr>
          <p:cNvPr id="37" name="TextBox 36">
            <a:extLst>
              <a:ext uri="{FF2B5EF4-FFF2-40B4-BE49-F238E27FC236}">
                <a16:creationId xmlns:a16="http://schemas.microsoft.com/office/drawing/2014/main" id="{F5364822-4926-320D-BD15-26CC1FDCB830}"/>
              </a:ext>
            </a:extLst>
          </p:cNvPr>
          <p:cNvSpPr txBox="1"/>
          <p:nvPr/>
        </p:nvSpPr>
        <p:spPr>
          <a:xfrm>
            <a:off x="6557608" y="905553"/>
            <a:ext cx="2695657" cy="1815882"/>
          </a:xfrm>
          <a:prstGeom prst="rect">
            <a:avLst/>
          </a:prstGeom>
          <a:noFill/>
        </p:spPr>
        <p:txBody>
          <a:bodyPr wrap="square" rtlCol="0">
            <a:spAutoFit/>
          </a:bodyPr>
          <a:lstStyle/>
          <a:p>
            <a:r>
              <a:rPr lang="en-US" b="1" dirty="0">
                <a:solidFill>
                  <a:schemeClr val="tx1"/>
                </a:solidFill>
                <a:latin typeface="Posterama" panose="020B0504020200020000" pitchFamily="34" charset="0"/>
                <a:cs typeface="Posterama" panose="020B0504020200020000" pitchFamily="34" charset="0"/>
              </a:rPr>
              <a:t>Key Limitation of Existing Systems</a:t>
            </a:r>
          </a:p>
          <a:p>
            <a:r>
              <a:rPr lang="en-US" dirty="0">
                <a:solidFill>
                  <a:schemeClr val="tx1"/>
                </a:solidFill>
                <a:latin typeface="Posterama" panose="020B0504020200020000" pitchFamily="34" charset="0"/>
                <a:cs typeface="Posterama" panose="020B0504020200020000" pitchFamily="34" charset="0"/>
              </a:rPr>
              <a:t>• Systems operate in isolation</a:t>
            </a:r>
            <a:br>
              <a:rPr lang="en-US" dirty="0">
                <a:solidFill>
                  <a:schemeClr val="tx1"/>
                </a:solidFill>
                <a:latin typeface="Posterama" panose="020B0504020200020000" pitchFamily="34" charset="0"/>
                <a:cs typeface="Posterama" panose="020B0504020200020000" pitchFamily="34" charset="0"/>
              </a:rPr>
            </a:br>
            <a:r>
              <a:rPr lang="en-US" dirty="0">
                <a:solidFill>
                  <a:schemeClr val="tx1"/>
                </a:solidFill>
                <a:latin typeface="Posterama" panose="020B0504020200020000" pitchFamily="34" charset="0"/>
                <a:cs typeface="Posterama" panose="020B0504020200020000" pitchFamily="34" charset="0"/>
              </a:rPr>
              <a:t>• No unified intelligence platform</a:t>
            </a:r>
            <a:br>
              <a:rPr lang="en-US" dirty="0">
                <a:solidFill>
                  <a:schemeClr val="tx1"/>
                </a:solidFill>
                <a:latin typeface="Posterama" panose="020B0504020200020000" pitchFamily="34" charset="0"/>
                <a:cs typeface="Posterama" panose="020B0504020200020000" pitchFamily="34" charset="0"/>
              </a:rPr>
            </a:br>
            <a:r>
              <a:rPr lang="en-US" dirty="0">
                <a:solidFill>
                  <a:schemeClr val="tx1"/>
                </a:solidFill>
                <a:latin typeface="Posterama" panose="020B0504020200020000" pitchFamily="34" charset="0"/>
                <a:cs typeface="Posterama" panose="020B0504020200020000" pitchFamily="34" charset="0"/>
              </a:rPr>
              <a:t>• Limited real-time ground validation</a:t>
            </a:r>
            <a:br>
              <a:rPr lang="en-US" dirty="0">
                <a:solidFill>
                  <a:schemeClr val="tx1"/>
                </a:solidFill>
                <a:latin typeface="Posterama" panose="020B0504020200020000" pitchFamily="34" charset="0"/>
                <a:cs typeface="Posterama" panose="020B0504020200020000" pitchFamily="34" charset="0"/>
              </a:rPr>
            </a:br>
            <a:r>
              <a:rPr lang="en-US" dirty="0">
                <a:solidFill>
                  <a:schemeClr val="tx1"/>
                </a:solidFill>
                <a:latin typeface="Posterama" panose="020B0504020200020000" pitchFamily="34" charset="0"/>
                <a:cs typeface="Posterama" panose="020B0504020200020000" pitchFamily="34" charset="0"/>
              </a:rPr>
              <a:t>• Fragmented data sources</a:t>
            </a:r>
          </a:p>
        </p:txBody>
      </p:sp>
      <p:cxnSp>
        <p:nvCxnSpPr>
          <p:cNvPr id="39" name="Connector: Curved 38">
            <a:extLst>
              <a:ext uri="{FF2B5EF4-FFF2-40B4-BE49-F238E27FC236}">
                <a16:creationId xmlns:a16="http://schemas.microsoft.com/office/drawing/2014/main" id="{BA37A1E9-A86D-A1CB-1D8F-ED7487713463}"/>
              </a:ext>
            </a:extLst>
          </p:cNvPr>
          <p:cNvCxnSpPr>
            <a:cxnSpLocks/>
          </p:cNvCxnSpPr>
          <p:nvPr/>
        </p:nvCxnSpPr>
        <p:spPr>
          <a:xfrm flipV="1">
            <a:off x="325259" y="1135251"/>
            <a:ext cx="6232347" cy="2231462"/>
          </a:xfrm>
          <a:prstGeom prst="curvedConnector3">
            <a:avLst>
              <a:gd name="adj1" fmla="val 50000"/>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txBox="1">
            <a:spLocks noGrp="1"/>
          </p:cNvSpPr>
          <p:nvPr>
            <p:ph type="title"/>
          </p:nvPr>
        </p:nvSpPr>
        <p:spPr>
          <a:xfrm>
            <a:off x="713325" y="3167100"/>
            <a:ext cx="7283100" cy="53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dirty="0"/>
          </a:p>
        </p:txBody>
      </p:sp>
      <p:sp>
        <p:nvSpPr>
          <p:cNvPr id="369" name="Google Shape;369;p36"/>
          <p:cNvSpPr txBox="1">
            <a:spLocks noGrp="1"/>
          </p:cNvSpPr>
          <p:nvPr>
            <p:ph type="subTitle" idx="1"/>
          </p:nvPr>
        </p:nvSpPr>
        <p:spPr>
          <a:xfrm>
            <a:off x="713325" y="1174975"/>
            <a:ext cx="7283100" cy="1792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endParaRPr dirty="0"/>
          </a:p>
        </p:txBody>
      </p:sp>
      <p:grpSp>
        <p:nvGrpSpPr>
          <p:cNvPr id="371" name="Google Shape;371;p36"/>
          <p:cNvGrpSpPr/>
          <p:nvPr/>
        </p:nvGrpSpPr>
        <p:grpSpPr>
          <a:xfrm>
            <a:off x="7229328" y="344833"/>
            <a:ext cx="3265743" cy="572701"/>
            <a:chOff x="4820700" y="3011328"/>
            <a:chExt cx="1074965" cy="205284"/>
          </a:xfrm>
        </p:grpSpPr>
        <p:sp>
          <p:nvSpPr>
            <p:cNvPr id="372" name="Google Shape;372;p36"/>
            <p:cNvSpPr/>
            <p:nvPr/>
          </p:nvSpPr>
          <p:spPr>
            <a:xfrm>
              <a:off x="5763972" y="3011328"/>
              <a:ext cx="131693" cy="205284"/>
            </a:xfrm>
            <a:custGeom>
              <a:avLst/>
              <a:gdLst/>
              <a:ahLst/>
              <a:cxnLst/>
              <a:rect l="l" t="t" r="r" b="b"/>
              <a:pathLst>
                <a:path w="9302" h="14500" fill="none" extrusionOk="0">
                  <a:moveTo>
                    <a:pt x="7235" y="14499"/>
                  </a:moveTo>
                  <a:lnTo>
                    <a:pt x="9302" y="12463"/>
                  </a:lnTo>
                  <a:lnTo>
                    <a:pt x="4043" y="7265"/>
                  </a:lnTo>
                  <a:lnTo>
                    <a:pt x="9302" y="2006"/>
                  </a:lnTo>
                  <a:lnTo>
                    <a:pt x="7235" y="0"/>
                  </a:lnTo>
                  <a:lnTo>
                    <a:pt x="1"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 name="Google Shape;373;p36"/>
            <p:cNvSpPr/>
            <p:nvPr/>
          </p:nvSpPr>
          <p:spPr>
            <a:xfrm>
              <a:off x="5705020"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 name="Google Shape;374;p36"/>
            <p:cNvSpPr/>
            <p:nvPr/>
          </p:nvSpPr>
          <p:spPr>
            <a:xfrm>
              <a:off x="5646068"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36"/>
            <p:cNvSpPr/>
            <p:nvPr/>
          </p:nvSpPr>
          <p:spPr>
            <a:xfrm>
              <a:off x="5587541" y="3011328"/>
              <a:ext cx="131254" cy="205284"/>
            </a:xfrm>
            <a:custGeom>
              <a:avLst/>
              <a:gdLst/>
              <a:ahLst/>
              <a:cxnLst/>
              <a:rect l="l" t="t" r="r" b="b"/>
              <a:pathLst>
                <a:path w="9271" h="14500" fill="none" extrusionOk="0">
                  <a:moveTo>
                    <a:pt x="4043" y="7265"/>
                  </a:moveTo>
                  <a:lnTo>
                    <a:pt x="9271" y="2006"/>
                  </a:lnTo>
                  <a:lnTo>
                    <a:pt x="7234" y="0"/>
                  </a:lnTo>
                  <a:lnTo>
                    <a:pt x="0" y="7265"/>
                  </a:lnTo>
                  <a:lnTo>
                    <a:pt x="723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 name="Google Shape;376;p36"/>
            <p:cNvSpPr/>
            <p:nvPr/>
          </p:nvSpPr>
          <p:spPr>
            <a:xfrm>
              <a:off x="5528150"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 name="Google Shape;377;p36"/>
            <p:cNvSpPr/>
            <p:nvPr/>
          </p:nvSpPr>
          <p:spPr>
            <a:xfrm>
              <a:off x="5469198" y="3011328"/>
              <a:ext cx="131693" cy="205284"/>
            </a:xfrm>
            <a:custGeom>
              <a:avLst/>
              <a:gdLst/>
              <a:ahLst/>
              <a:cxnLst/>
              <a:rect l="l" t="t" r="r" b="b"/>
              <a:pathLst>
                <a:path w="9302" h="14500" fill="none" extrusionOk="0">
                  <a:moveTo>
                    <a:pt x="4043" y="7265"/>
                  </a:moveTo>
                  <a:lnTo>
                    <a:pt x="9302" y="2006"/>
                  </a:lnTo>
                  <a:lnTo>
                    <a:pt x="7235" y="0"/>
                  </a:lnTo>
                  <a:lnTo>
                    <a:pt x="0"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36"/>
            <p:cNvSpPr/>
            <p:nvPr/>
          </p:nvSpPr>
          <p:spPr>
            <a:xfrm>
              <a:off x="5410247"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36"/>
            <p:cNvSpPr/>
            <p:nvPr/>
          </p:nvSpPr>
          <p:spPr>
            <a:xfrm>
              <a:off x="5351295" y="3011328"/>
              <a:ext cx="131693" cy="205284"/>
            </a:xfrm>
            <a:custGeom>
              <a:avLst/>
              <a:gdLst/>
              <a:ahLst/>
              <a:cxnLst/>
              <a:rect l="l" t="t" r="r" b="b"/>
              <a:pathLst>
                <a:path w="9302" h="14500" fill="none" extrusionOk="0">
                  <a:moveTo>
                    <a:pt x="4073" y="7265"/>
                  </a:moveTo>
                  <a:lnTo>
                    <a:pt x="9301" y="2006"/>
                  </a:lnTo>
                  <a:lnTo>
                    <a:pt x="7265" y="0"/>
                  </a:lnTo>
                  <a:lnTo>
                    <a:pt x="0" y="7265"/>
                  </a:lnTo>
                  <a:lnTo>
                    <a:pt x="726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 name="Google Shape;380;p36"/>
            <p:cNvSpPr/>
            <p:nvPr/>
          </p:nvSpPr>
          <p:spPr>
            <a:xfrm>
              <a:off x="5292768" y="3011328"/>
              <a:ext cx="131254" cy="205284"/>
            </a:xfrm>
            <a:custGeom>
              <a:avLst/>
              <a:gdLst/>
              <a:ahLst/>
              <a:cxnLst/>
              <a:rect l="l" t="t" r="r" b="b"/>
              <a:pathLst>
                <a:path w="9271" h="14500" fill="none" extrusionOk="0">
                  <a:moveTo>
                    <a:pt x="4012" y="7265"/>
                  </a:moveTo>
                  <a:lnTo>
                    <a:pt x="9271" y="2006"/>
                  </a:lnTo>
                  <a:lnTo>
                    <a:pt x="7204" y="0"/>
                  </a:lnTo>
                  <a:lnTo>
                    <a:pt x="0" y="7265"/>
                  </a:lnTo>
                  <a:lnTo>
                    <a:pt x="7204"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 name="Google Shape;381;p36"/>
            <p:cNvSpPr/>
            <p:nvPr/>
          </p:nvSpPr>
          <p:spPr>
            <a:xfrm>
              <a:off x="5233377"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 name="Google Shape;382;p36"/>
            <p:cNvSpPr/>
            <p:nvPr/>
          </p:nvSpPr>
          <p:spPr>
            <a:xfrm>
              <a:off x="5174425"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36"/>
            <p:cNvSpPr/>
            <p:nvPr/>
          </p:nvSpPr>
          <p:spPr>
            <a:xfrm>
              <a:off x="5115473" y="3011328"/>
              <a:ext cx="131254" cy="205284"/>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 name="Google Shape;384;p36"/>
            <p:cNvSpPr/>
            <p:nvPr/>
          </p:nvSpPr>
          <p:spPr>
            <a:xfrm>
              <a:off x="5056507" y="3011328"/>
              <a:ext cx="131268" cy="205284"/>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 name="Google Shape;385;p36"/>
            <p:cNvSpPr/>
            <p:nvPr/>
          </p:nvSpPr>
          <p:spPr>
            <a:xfrm>
              <a:off x="4997556" y="3011328"/>
              <a:ext cx="131693" cy="205284"/>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 name="Google Shape;386;p36"/>
            <p:cNvSpPr/>
            <p:nvPr/>
          </p:nvSpPr>
          <p:spPr>
            <a:xfrm>
              <a:off x="4938604" y="3011328"/>
              <a:ext cx="131268" cy="205284"/>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 name="Google Shape;387;p36"/>
            <p:cNvSpPr/>
            <p:nvPr/>
          </p:nvSpPr>
          <p:spPr>
            <a:xfrm>
              <a:off x="4879652" y="3011328"/>
              <a:ext cx="131693" cy="205284"/>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388;p36"/>
            <p:cNvSpPr/>
            <p:nvPr/>
          </p:nvSpPr>
          <p:spPr>
            <a:xfrm>
              <a:off x="4820700" y="3011328"/>
              <a:ext cx="131254" cy="205284"/>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a:extLst>
              <a:ext uri="{FF2B5EF4-FFF2-40B4-BE49-F238E27FC236}">
                <a16:creationId xmlns:a16="http://schemas.microsoft.com/office/drawing/2014/main" id="{41616C43-3148-3AE2-9D85-5EE97D69499D}"/>
              </a:ext>
            </a:extLst>
          </p:cNvPr>
          <p:cNvPicPr>
            <a:picLocks noChangeAspect="1"/>
          </p:cNvPicPr>
          <p:nvPr/>
        </p:nvPicPr>
        <p:blipFill>
          <a:blip r:embed="rId3"/>
          <a:srcRect r="-345" b="12714"/>
          <a:stretch>
            <a:fillRect/>
          </a:stretch>
        </p:blipFill>
        <p:spPr>
          <a:xfrm>
            <a:off x="0" y="831898"/>
            <a:ext cx="9190880" cy="4317795"/>
          </a:xfrm>
          <a:prstGeom prst="rect">
            <a:avLst/>
          </a:prstGeom>
        </p:spPr>
      </p:pic>
      <p:sp>
        <p:nvSpPr>
          <p:cNvPr id="5" name="TextBox 4">
            <a:extLst>
              <a:ext uri="{FF2B5EF4-FFF2-40B4-BE49-F238E27FC236}">
                <a16:creationId xmlns:a16="http://schemas.microsoft.com/office/drawing/2014/main" id="{B14B13C2-6436-7EC9-BD87-6D2F5BF7C963}"/>
              </a:ext>
            </a:extLst>
          </p:cNvPr>
          <p:cNvSpPr txBox="1"/>
          <p:nvPr/>
        </p:nvSpPr>
        <p:spPr>
          <a:xfrm>
            <a:off x="11212" y="145208"/>
            <a:ext cx="7268552" cy="630942"/>
          </a:xfrm>
          <a:prstGeom prst="rect">
            <a:avLst/>
          </a:prstGeom>
          <a:noFill/>
        </p:spPr>
        <p:txBody>
          <a:bodyPr wrap="square" rtlCol="0">
            <a:spAutoFit/>
          </a:bodyPr>
          <a:lstStyle/>
          <a:p>
            <a:r>
              <a:rPr lang="en-US" sz="3500" dirty="0">
                <a:solidFill>
                  <a:schemeClr val="tx1"/>
                </a:solidFill>
                <a:latin typeface="Golos Text SemiBold" panose="020B0604020202020204" charset="0"/>
                <a:cs typeface="Golos Text SemiBold" panose="020B0604020202020204" charset="0"/>
              </a:rPr>
              <a:t>SYSTEM ARCHITECTURE</a:t>
            </a:r>
            <a:endParaRPr lang="en-IN" sz="3500" dirty="0">
              <a:solidFill>
                <a:schemeClr val="tx1"/>
              </a:solidFill>
              <a:latin typeface="Golos Text SemiBold" panose="020B0604020202020204" charset="0"/>
              <a:cs typeface="Golos Text SemiBold"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643"/>
        <p:cNvGrpSpPr/>
        <p:nvPr/>
      </p:nvGrpSpPr>
      <p:grpSpPr>
        <a:xfrm>
          <a:off x="0" y="0"/>
          <a:ext cx="0" cy="0"/>
          <a:chOff x="0" y="0"/>
          <a:chExt cx="0" cy="0"/>
        </a:xfrm>
      </p:grpSpPr>
      <p:sp>
        <p:nvSpPr>
          <p:cNvPr id="644" name="Google Shape;644;p47"/>
          <p:cNvSpPr txBox="1">
            <a:spLocks noGrp="1"/>
          </p:cNvSpPr>
          <p:nvPr>
            <p:ph type="title"/>
          </p:nvPr>
        </p:nvSpPr>
        <p:spPr>
          <a:xfrm>
            <a:off x="819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UNIQUENESS</a:t>
            </a:r>
            <a:endParaRPr dirty="0"/>
          </a:p>
        </p:txBody>
      </p:sp>
      <p:sp>
        <p:nvSpPr>
          <p:cNvPr id="645" name="Google Shape;645;p47"/>
          <p:cNvSpPr txBox="1">
            <a:spLocks noGrp="1"/>
          </p:cNvSpPr>
          <p:nvPr>
            <p:ph type="subTitle" idx="1"/>
          </p:nvPr>
        </p:nvSpPr>
        <p:spPr>
          <a:xfrm>
            <a:off x="2596450" y="1263375"/>
            <a:ext cx="3951000" cy="135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669" name="Google Shape;669;p47"/>
          <p:cNvSpPr/>
          <p:nvPr/>
        </p:nvSpPr>
        <p:spPr>
          <a:xfrm>
            <a:off x="1684057" y="53949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0" name="Google Shape;670;p47"/>
          <p:cNvSpPr/>
          <p:nvPr/>
        </p:nvSpPr>
        <p:spPr>
          <a:xfrm>
            <a:off x="1493425" y="94398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1" name="Google Shape;671;p47"/>
          <p:cNvSpPr/>
          <p:nvPr/>
        </p:nvSpPr>
        <p:spPr>
          <a:xfrm flipH="1">
            <a:off x="7353550" y="539494"/>
            <a:ext cx="267827" cy="245978"/>
          </a:xfrm>
          <a:custGeom>
            <a:avLst/>
            <a:gdLst/>
            <a:ahLst/>
            <a:cxnLst/>
            <a:rect l="l" t="t" r="r" b="b"/>
            <a:pathLst>
              <a:path w="5198" h="5199" extrusionOk="0">
                <a:moveTo>
                  <a:pt x="1976" y="1"/>
                </a:moveTo>
                <a:lnTo>
                  <a:pt x="1976" y="1977"/>
                </a:lnTo>
                <a:lnTo>
                  <a:pt x="0" y="1977"/>
                </a:lnTo>
                <a:lnTo>
                  <a:pt x="0" y="3223"/>
                </a:lnTo>
                <a:lnTo>
                  <a:pt x="1976" y="3223"/>
                </a:lnTo>
                <a:lnTo>
                  <a:pt x="1976" y="5199"/>
                </a:lnTo>
                <a:lnTo>
                  <a:pt x="3222" y="5199"/>
                </a:lnTo>
                <a:lnTo>
                  <a:pt x="3222" y="3223"/>
                </a:lnTo>
                <a:lnTo>
                  <a:pt x="5198" y="3223"/>
                </a:lnTo>
                <a:lnTo>
                  <a:pt x="5198" y="1977"/>
                </a:lnTo>
                <a:lnTo>
                  <a:pt x="3222" y="1977"/>
                </a:lnTo>
                <a:lnTo>
                  <a:pt x="3222"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2" name="Google Shape;672;p47"/>
          <p:cNvSpPr/>
          <p:nvPr/>
        </p:nvSpPr>
        <p:spPr>
          <a:xfrm flipH="1">
            <a:off x="7669482" y="943984"/>
            <a:ext cx="142527" cy="130883"/>
          </a:xfrm>
          <a:custGeom>
            <a:avLst/>
            <a:gdLst/>
            <a:ahLst/>
            <a:cxnLst/>
            <a:rect l="l" t="t" r="r" b="b"/>
            <a:pathLst>
              <a:path w="4743" h="4743" extrusionOk="0">
                <a:moveTo>
                  <a:pt x="1794" y="1"/>
                </a:moveTo>
                <a:lnTo>
                  <a:pt x="1794" y="1794"/>
                </a:lnTo>
                <a:lnTo>
                  <a:pt x="0" y="1794"/>
                </a:lnTo>
                <a:lnTo>
                  <a:pt x="0" y="2949"/>
                </a:lnTo>
                <a:lnTo>
                  <a:pt x="1794" y="2949"/>
                </a:lnTo>
                <a:lnTo>
                  <a:pt x="1794" y="4742"/>
                </a:lnTo>
                <a:lnTo>
                  <a:pt x="2979" y="4742"/>
                </a:lnTo>
                <a:lnTo>
                  <a:pt x="2979" y="2949"/>
                </a:lnTo>
                <a:lnTo>
                  <a:pt x="4742" y="2949"/>
                </a:lnTo>
                <a:lnTo>
                  <a:pt x="4742" y="1794"/>
                </a:lnTo>
                <a:lnTo>
                  <a:pt x="2979" y="1794"/>
                </a:lnTo>
                <a:lnTo>
                  <a:pt x="297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3" name="Google Shape;673;p47"/>
          <p:cNvSpPr/>
          <p:nvPr/>
        </p:nvSpPr>
        <p:spPr>
          <a:xfrm>
            <a:off x="-16500" y="4709875"/>
            <a:ext cx="9177000" cy="43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4" name="Google Shape;674;p47"/>
          <p:cNvSpPr/>
          <p:nvPr/>
        </p:nvSpPr>
        <p:spPr>
          <a:xfrm>
            <a:off x="-8550" y="4608575"/>
            <a:ext cx="9161100" cy="9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aphicFrame>
        <p:nvGraphicFramePr>
          <p:cNvPr id="2" name="Diagram 1">
            <a:extLst>
              <a:ext uri="{FF2B5EF4-FFF2-40B4-BE49-F238E27FC236}">
                <a16:creationId xmlns:a16="http://schemas.microsoft.com/office/drawing/2014/main" id="{0DC991AC-9AA4-5E7D-ECBB-52DAFDD2A23F}"/>
              </a:ext>
            </a:extLst>
          </p:cNvPr>
          <p:cNvGraphicFramePr/>
          <p:nvPr>
            <p:extLst>
              <p:ext uri="{D42A27DB-BD31-4B8C-83A1-F6EECF244321}">
                <p14:modId xmlns:p14="http://schemas.microsoft.com/office/powerpoint/2010/main" val="1926530479"/>
              </p:ext>
            </p:extLst>
          </p:nvPr>
        </p:nvGraphicFramePr>
        <p:xfrm>
          <a:off x="1577290" y="965408"/>
          <a:ext cx="5989319" cy="3586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a:extLst>
              <a:ext uri="{FF2B5EF4-FFF2-40B4-BE49-F238E27FC236}">
                <a16:creationId xmlns:a16="http://schemas.microsoft.com/office/drawing/2014/main" id="{1B0E25B0-6712-0426-671B-9CC5202F0EB3}"/>
              </a:ext>
            </a:extLst>
          </p:cNvPr>
          <p:cNvPicPr>
            <a:picLocks noChangeAspect="1"/>
          </p:cNvPicPr>
          <p:nvPr/>
        </p:nvPicPr>
        <p:blipFill>
          <a:blip r:embed="rId8"/>
          <a:stretch>
            <a:fillRect/>
          </a:stretch>
        </p:blipFill>
        <p:spPr>
          <a:xfrm>
            <a:off x="3385931" y="1083991"/>
            <a:ext cx="357368" cy="357368"/>
          </a:xfrm>
          <a:prstGeom prst="rect">
            <a:avLst/>
          </a:prstGeom>
        </p:spPr>
      </p:pic>
      <p:pic>
        <p:nvPicPr>
          <p:cNvPr id="11" name="Picture 10">
            <a:extLst>
              <a:ext uri="{FF2B5EF4-FFF2-40B4-BE49-F238E27FC236}">
                <a16:creationId xmlns:a16="http://schemas.microsoft.com/office/drawing/2014/main" id="{584F474E-B9D1-02EF-84FC-5C5A6A3686EE}"/>
              </a:ext>
            </a:extLst>
          </p:cNvPr>
          <p:cNvPicPr>
            <a:picLocks noChangeAspect="1"/>
          </p:cNvPicPr>
          <p:nvPr/>
        </p:nvPicPr>
        <p:blipFill>
          <a:blip r:embed="rId9"/>
          <a:stretch>
            <a:fillRect/>
          </a:stretch>
        </p:blipFill>
        <p:spPr>
          <a:xfrm>
            <a:off x="3385931" y="1829116"/>
            <a:ext cx="311675" cy="311675"/>
          </a:xfrm>
          <a:prstGeom prst="rect">
            <a:avLst/>
          </a:prstGeom>
        </p:spPr>
      </p:pic>
      <p:pic>
        <p:nvPicPr>
          <p:cNvPr id="19" name="Picture 18">
            <a:extLst>
              <a:ext uri="{FF2B5EF4-FFF2-40B4-BE49-F238E27FC236}">
                <a16:creationId xmlns:a16="http://schemas.microsoft.com/office/drawing/2014/main" id="{8055EE6E-FEB4-AF87-4481-F75FDED2AC67}"/>
              </a:ext>
            </a:extLst>
          </p:cNvPr>
          <p:cNvPicPr>
            <a:picLocks noChangeAspect="1"/>
          </p:cNvPicPr>
          <p:nvPr/>
        </p:nvPicPr>
        <p:blipFill>
          <a:blip r:embed="rId10"/>
          <a:stretch>
            <a:fillRect/>
          </a:stretch>
        </p:blipFill>
        <p:spPr>
          <a:xfrm>
            <a:off x="3339797" y="2320727"/>
            <a:ext cx="357809" cy="357809"/>
          </a:xfrm>
          <a:prstGeom prst="rect">
            <a:avLst/>
          </a:prstGeom>
        </p:spPr>
      </p:pic>
      <p:pic>
        <p:nvPicPr>
          <p:cNvPr id="21" name="Picture 20">
            <a:extLst>
              <a:ext uri="{FF2B5EF4-FFF2-40B4-BE49-F238E27FC236}">
                <a16:creationId xmlns:a16="http://schemas.microsoft.com/office/drawing/2014/main" id="{F80255BA-DF56-78D0-C3F9-C66323A85085}"/>
              </a:ext>
            </a:extLst>
          </p:cNvPr>
          <p:cNvPicPr>
            <a:picLocks noChangeAspect="1"/>
          </p:cNvPicPr>
          <p:nvPr/>
        </p:nvPicPr>
        <p:blipFill>
          <a:blip r:embed="rId11"/>
          <a:stretch>
            <a:fillRect/>
          </a:stretch>
        </p:blipFill>
        <p:spPr>
          <a:xfrm>
            <a:off x="3339796" y="2958453"/>
            <a:ext cx="357809" cy="357809"/>
          </a:xfrm>
          <a:prstGeom prst="rect">
            <a:avLst/>
          </a:prstGeom>
        </p:spPr>
      </p:pic>
      <p:pic>
        <p:nvPicPr>
          <p:cNvPr id="25" name="Picture 24">
            <a:extLst>
              <a:ext uri="{FF2B5EF4-FFF2-40B4-BE49-F238E27FC236}">
                <a16:creationId xmlns:a16="http://schemas.microsoft.com/office/drawing/2014/main" id="{8BE3A78C-A2D3-C381-2FE4-A2777A171A8A}"/>
              </a:ext>
            </a:extLst>
          </p:cNvPr>
          <p:cNvPicPr>
            <a:picLocks noChangeAspect="1"/>
          </p:cNvPicPr>
          <p:nvPr/>
        </p:nvPicPr>
        <p:blipFill>
          <a:blip r:embed="rId12"/>
          <a:stretch>
            <a:fillRect/>
          </a:stretch>
        </p:blipFill>
        <p:spPr>
          <a:xfrm>
            <a:off x="3234755" y="3426315"/>
            <a:ext cx="462850" cy="462850"/>
          </a:xfrm>
          <a:prstGeom prst="rect">
            <a:avLst/>
          </a:prstGeom>
        </p:spPr>
      </p:pic>
      <p:pic>
        <p:nvPicPr>
          <p:cNvPr id="27" name="Picture 26">
            <a:extLst>
              <a:ext uri="{FF2B5EF4-FFF2-40B4-BE49-F238E27FC236}">
                <a16:creationId xmlns:a16="http://schemas.microsoft.com/office/drawing/2014/main" id="{29F98FFB-0E37-4606-F126-ED415430C785}"/>
              </a:ext>
            </a:extLst>
          </p:cNvPr>
          <p:cNvPicPr>
            <a:picLocks noChangeAspect="1"/>
          </p:cNvPicPr>
          <p:nvPr/>
        </p:nvPicPr>
        <p:blipFill>
          <a:blip r:embed="rId13"/>
          <a:stretch>
            <a:fillRect/>
          </a:stretch>
        </p:blipFill>
        <p:spPr>
          <a:xfrm>
            <a:off x="3343913" y="4178092"/>
            <a:ext cx="306101" cy="3061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46C9-9B47-F1D0-A816-660E789291C4}"/>
              </a:ext>
            </a:extLst>
          </p:cNvPr>
          <p:cNvSpPr>
            <a:spLocks noGrp="1"/>
          </p:cNvSpPr>
          <p:nvPr>
            <p:ph type="title"/>
          </p:nvPr>
        </p:nvSpPr>
        <p:spPr>
          <a:xfrm>
            <a:off x="633737" y="292624"/>
            <a:ext cx="7717500" cy="572700"/>
          </a:xfrm>
        </p:spPr>
        <p:txBody>
          <a:bodyPr/>
          <a:lstStyle/>
          <a:p>
            <a:r>
              <a:rPr lang="en-US" dirty="0"/>
              <a:t>		TECHNOLOGY STACK</a:t>
            </a:r>
            <a:endParaRPr lang="en-IN" dirty="0"/>
          </a:p>
        </p:txBody>
      </p:sp>
      <p:pic>
        <p:nvPicPr>
          <p:cNvPr id="4" name="Picture 3">
            <a:extLst>
              <a:ext uri="{FF2B5EF4-FFF2-40B4-BE49-F238E27FC236}">
                <a16:creationId xmlns:a16="http://schemas.microsoft.com/office/drawing/2014/main" id="{C7D29526-9485-24A0-F6F8-02858A87A5CD}"/>
              </a:ext>
            </a:extLst>
          </p:cNvPr>
          <p:cNvPicPr>
            <a:picLocks noChangeAspect="1"/>
          </p:cNvPicPr>
          <p:nvPr/>
        </p:nvPicPr>
        <p:blipFill>
          <a:blip r:embed="rId2"/>
          <a:stretch>
            <a:fillRect/>
          </a:stretch>
        </p:blipFill>
        <p:spPr>
          <a:xfrm>
            <a:off x="283560" y="1351721"/>
            <a:ext cx="700354" cy="866775"/>
          </a:xfrm>
          <a:prstGeom prst="rect">
            <a:avLst/>
          </a:prstGeom>
        </p:spPr>
      </p:pic>
      <p:pic>
        <p:nvPicPr>
          <p:cNvPr id="6" name="Picture 5">
            <a:extLst>
              <a:ext uri="{FF2B5EF4-FFF2-40B4-BE49-F238E27FC236}">
                <a16:creationId xmlns:a16="http://schemas.microsoft.com/office/drawing/2014/main" id="{CC05174C-46E3-72C4-2472-F0D2F0797110}"/>
              </a:ext>
            </a:extLst>
          </p:cNvPr>
          <p:cNvPicPr>
            <a:picLocks noChangeAspect="1"/>
          </p:cNvPicPr>
          <p:nvPr/>
        </p:nvPicPr>
        <p:blipFill>
          <a:blip r:embed="rId3"/>
          <a:stretch>
            <a:fillRect/>
          </a:stretch>
        </p:blipFill>
        <p:spPr>
          <a:xfrm>
            <a:off x="1084401" y="1351721"/>
            <a:ext cx="968988" cy="866774"/>
          </a:xfrm>
          <a:prstGeom prst="rect">
            <a:avLst/>
          </a:prstGeom>
        </p:spPr>
      </p:pic>
      <p:pic>
        <p:nvPicPr>
          <p:cNvPr id="8" name="Picture 7">
            <a:extLst>
              <a:ext uri="{FF2B5EF4-FFF2-40B4-BE49-F238E27FC236}">
                <a16:creationId xmlns:a16="http://schemas.microsoft.com/office/drawing/2014/main" id="{2D86C00F-FB78-D830-C225-4F648386FAC2}"/>
              </a:ext>
            </a:extLst>
          </p:cNvPr>
          <p:cNvPicPr>
            <a:picLocks noChangeAspect="1"/>
          </p:cNvPicPr>
          <p:nvPr/>
        </p:nvPicPr>
        <p:blipFill>
          <a:blip r:embed="rId4"/>
          <a:stretch>
            <a:fillRect/>
          </a:stretch>
        </p:blipFill>
        <p:spPr>
          <a:xfrm>
            <a:off x="2053389" y="1223987"/>
            <a:ext cx="1095143" cy="1095143"/>
          </a:xfrm>
          <a:prstGeom prst="rect">
            <a:avLst/>
          </a:prstGeom>
        </p:spPr>
      </p:pic>
      <p:pic>
        <p:nvPicPr>
          <p:cNvPr id="10" name="Picture 9">
            <a:extLst>
              <a:ext uri="{FF2B5EF4-FFF2-40B4-BE49-F238E27FC236}">
                <a16:creationId xmlns:a16="http://schemas.microsoft.com/office/drawing/2014/main" id="{52924835-4C62-7E3F-5AB5-07ADBEEB0C55}"/>
              </a:ext>
            </a:extLst>
          </p:cNvPr>
          <p:cNvPicPr>
            <a:picLocks noChangeAspect="1"/>
          </p:cNvPicPr>
          <p:nvPr/>
        </p:nvPicPr>
        <p:blipFill>
          <a:blip r:embed="rId5"/>
          <a:stretch>
            <a:fillRect/>
          </a:stretch>
        </p:blipFill>
        <p:spPr>
          <a:xfrm>
            <a:off x="3022377" y="1175093"/>
            <a:ext cx="1220029" cy="1220029"/>
          </a:xfrm>
          <a:prstGeom prst="rect">
            <a:avLst/>
          </a:prstGeom>
        </p:spPr>
      </p:pic>
      <p:pic>
        <p:nvPicPr>
          <p:cNvPr id="12" name="Picture 11">
            <a:extLst>
              <a:ext uri="{FF2B5EF4-FFF2-40B4-BE49-F238E27FC236}">
                <a16:creationId xmlns:a16="http://schemas.microsoft.com/office/drawing/2014/main" id="{4C905C5D-6AE6-DDAB-4A2A-02F66A537C6B}"/>
              </a:ext>
            </a:extLst>
          </p:cNvPr>
          <p:cNvPicPr>
            <a:picLocks noChangeAspect="1"/>
          </p:cNvPicPr>
          <p:nvPr/>
        </p:nvPicPr>
        <p:blipFill>
          <a:blip r:embed="rId6"/>
          <a:stretch>
            <a:fillRect/>
          </a:stretch>
        </p:blipFill>
        <p:spPr>
          <a:xfrm>
            <a:off x="4302194" y="1351721"/>
            <a:ext cx="909200" cy="909200"/>
          </a:xfrm>
          <a:prstGeom prst="rect">
            <a:avLst/>
          </a:prstGeom>
        </p:spPr>
      </p:pic>
      <p:pic>
        <p:nvPicPr>
          <p:cNvPr id="18" name="Picture 17">
            <a:extLst>
              <a:ext uri="{FF2B5EF4-FFF2-40B4-BE49-F238E27FC236}">
                <a16:creationId xmlns:a16="http://schemas.microsoft.com/office/drawing/2014/main" id="{383DDA03-ACD2-EED4-6CA2-1B4FB32018B6}"/>
              </a:ext>
            </a:extLst>
          </p:cNvPr>
          <p:cNvPicPr>
            <a:picLocks noChangeAspect="1"/>
          </p:cNvPicPr>
          <p:nvPr/>
        </p:nvPicPr>
        <p:blipFill>
          <a:blip r:embed="rId7"/>
          <a:stretch>
            <a:fillRect/>
          </a:stretch>
        </p:blipFill>
        <p:spPr>
          <a:xfrm>
            <a:off x="5341661" y="1351721"/>
            <a:ext cx="937708" cy="967409"/>
          </a:xfrm>
          <a:prstGeom prst="rect">
            <a:avLst/>
          </a:prstGeom>
        </p:spPr>
      </p:pic>
      <p:pic>
        <p:nvPicPr>
          <p:cNvPr id="20" name="Picture 19">
            <a:extLst>
              <a:ext uri="{FF2B5EF4-FFF2-40B4-BE49-F238E27FC236}">
                <a16:creationId xmlns:a16="http://schemas.microsoft.com/office/drawing/2014/main" id="{01C3397B-6D15-855E-389D-1E283846FE41}"/>
              </a:ext>
            </a:extLst>
          </p:cNvPr>
          <p:cNvPicPr>
            <a:picLocks noChangeAspect="1"/>
          </p:cNvPicPr>
          <p:nvPr/>
        </p:nvPicPr>
        <p:blipFill>
          <a:blip r:embed="rId8"/>
          <a:stretch>
            <a:fillRect/>
          </a:stretch>
        </p:blipFill>
        <p:spPr>
          <a:xfrm>
            <a:off x="6390033" y="1351720"/>
            <a:ext cx="1057689" cy="1057689"/>
          </a:xfrm>
          <a:prstGeom prst="rect">
            <a:avLst/>
          </a:prstGeom>
        </p:spPr>
      </p:pic>
      <p:pic>
        <p:nvPicPr>
          <p:cNvPr id="22" name="Picture 21">
            <a:extLst>
              <a:ext uri="{FF2B5EF4-FFF2-40B4-BE49-F238E27FC236}">
                <a16:creationId xmlns:a16="http://schemas.microsoft.com/office/drawing/2014/main" id="{02C305B5-0A57-5B02-7E7F-5171A2FDF9C7}"/>
              </a:ext>
            </a:extLst>
          </p:cNvPr>
          <p:cNvPicPr>
            <a:picLocks noChangeAspect="1"/>
          </p:cNvPicPr>
          <p:nvPr/>
        </p:nvPicPr>
        <p:blipFill>
          <a:blip r:embed="rId9"/>
          <a:stretch>
            <a:fillRect/>
          </a:stretch>
        </p:blipFill>
        <p:spPr>
          <a:xfrm>
            <a:off x="7714448" y="1351720"/>
            <a:ext cx="911913" cy="911913"/>
          </a:xfrm>
          <a:prstGeom prst="rect">
            <a:avLst/>
          </a:prstGeom>
        </p:spPr>
      </p:pic>
      <p:pic>
        <p:nvPicPr>
          <p:cNvPr id="24" name="Picture 23">
            <a:extLst>
              <a:ext uri="{FF2B5EF4-FFF2-40B4-BE49-F238E27FC236}">
                <a16:creationId xmlns:a16="http://schemas.microsoft.com/office/drawing/2014/main" id="{528C7C1F-56C0-2401-67A9-79DC345C60EF}"/>
              </a:ext>
            </a:extLst>
          </p:cNvPr>
          <p:cNvPicPr>
            <a:picLocks noChangeAspect="1"/>
          </p:cNvPicPr>
          <p:nvPr/>
        </p:nvPicPr>
        <p:blipFill>
          <a:blip r:embed="rId10"/>
          <a:stretch>
            <a:fillRect/>
          </a:stretch>
        </p:blipFill>
        <p:spPr>
          <a:xfrm>
            <a:off x="80983" y="2704892"/>
            <a:ext cx="1805861" cy="1011283"/>
          </a:xfrm>
          <a:prstGeom prst="rect">
            <a:avLst/>
          </a:prstGeom>
        </p:spPr>
      </p:pic>
      <p:pic>
        <p:nvPicPr>
          <p:cNvPr id="26" name="Picture 25">
            <a:extLst>
              <a:ext uri="{FF2B5EF4-FFF2-40B4-BE49-F238E27FC236}">
                <a16:creationId xmlns:a16="http://schemas.microsoft.com/office/drawing/2014/main" id="{A59EB5B9-E607-6138-6C1E-8A90E5BD64EE}"/>
              </a:ext>
            </a:extLst>
          </p:cNvPr>
          <p:cNvPicPr>
            <a:picLocks noChangeAspect="1"/>
          </p:cNvPicPr>
          <p:nvPr/>
        </p:nvPicPr>
        <p:blipFill>
          <a:blip r:embed="rId11"/>
          <a:stretch>
            <a:fillRect/>
          </a:stretch>
        </p:blipFill>
        <p:spPr>
          <a:xfrm>
            <a:off x="1813957" y="2651171"/>
            <a:ext cx="1095143" cy="1095143"/>
          </a:xfrm>
          <a:prstGeom prst="rect">
            <a:avLst/>
          </a:prstGeom>
        </p:spPr>
      </p:pic>
      <p:pic>
        <p:nvPicPr>
          <p:cNvPr id="30" name="Picture 29">
            <a:extLst>
              <a:ext uri="{FF2B5EF4-FFF2-40B4-BE49-F238E27FC236}">
                <a16:creationId xmlns:a16="http://schemas.microsoft.com/office/drawing/2014/main" id="{7AAB1949-CD79-71D1-2EE0-23F72B785422}"/>
              </a:ext>
            </a:extLst>
          </p:cNvPr>
          <p:cNvPicPr>
            <a:picLocks noChangeAspect="1"/>
          </p:cNvPicPr>
          <p:nvPr/>
        </p:nvPicPr>
        <p:blipFill>
          <a:blip r:embed="rId12"/>
          <a:stretch>
            <a:fillRect/>
          </a:stretch>
        </p:blipFill>
        <p:spPr>
          <a:xfrm>
            <a:off x="3148532" y="2924190"/>
            <a:ext cx="760859" cy="791985"/>
          </a:xfrm>
          <a:prstGeom prst="rect">
            <a:avLst/>
          </a:prstGeom>
        </p:spPr>
      </p:pic>
      <p:pic>
        <p:nvPicPr>
          <p:cNvPr id="32" name="Picture 31">
            <a:extLst>
              <a:ext uri="{FF2B5EF4-FFF2-40B4-BE49-F238E27FC236}">
                <a16:creationId xmlns:a16="http://schemas.microsoft.com/office/drawing/2014/main" id="{53CE96B4-057A-3BAC-86D3-4D051832D5B1}"/>
              </a:ext>
            </a:extLst>
          </p:cNvPr>
          <p:cNvPicPr>
            <a:picLocks noChangeAspect="1"/>
          </p:cNvPicPr>
          <p:nvPr/>
        </p:nvPicPr>
        <p:blipFill>
          <a:blip r:embed="rId13"/>
          <a:stretch>
            <a:fillRect/>
          </a:stretch>
        </p:blipFill>
        <p:spPr>
          <a:xfrm>
            <a:off x="4041183" y="2704891"/>
            <a:ext cx="2606589" cy="1464572"/>
          </a:xfrm>
          <a:prstGeom prst="rect">
            <a:avLst/>
          </a:prstGeom>
        </p:spPr>
      </p:pic>
      <p:pic>
        <p:nvPicPr>
          <p:cNvPr id="34" name="Picture 33">
            <a:extLst>
              <a:ext uri="{FF2B5EF4-FFF2-40B4-BE49-F238E27FC236}">
                <a16:creationId xmlns:a16="http://schemas.microsoft.com/office/drawing/2014/main" id="{CCE3A920-5360-DB44-5BDE-508872105EA4}"/>
              </a:ext>
            </a:extLst>
          </p:cNvPr>
          <p:cNvPicPr>
            <a:picLocks noChangeAspect="1"/>
          </p:cNvPicPr>
          <p:nvPr/>
        </p:nvPicPr>
        <p:blipFill>
          <a:blip r:embed="rId14"/>
          <a:stretch>
            <a:fillRect/>
          </a:stretch>
        </p:blipFill>
        <p:spPr>
          <a:xfrm>
            <a:off x="6779564" y="2791337"/>
            <a:ext cx="1100958" cy="1057689"/>
          </a:xfrm>
          <a:prstGeom prst="rect">
            <a:avLst/>
          </a:prstGeom>
        </p:spPr>
      </p:pic>
    </p:spTree>
    <p:extLst>
      <p:ext uri="{BB962C8B-B14F-4D97-AF65-F5344CB8AC3E}">
        <p14:creationId xmlns:p14="http://schemas.microsoft.com/office/powerpoint/2010/main" val="757095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CBAA-5428-2E4D-FC22-D8FD4AC3EDF6}"/>
              </a:ext>
            </a:extLst>
          </p:cNvPr>
          <p:cNvSpPr>
            <a:spLocks noGrp="1"/>
          </p:cNvSpPr>
          <p:nvPr>
            <p:ph type="title"/>
          </p:nvPr>
        </p:nvSpPr>
        <p:spPr/>
        <p:txBody>
          <a:bodyPr/>
          <a:lstStyle/>
          <a:p>
            <a:pPr algn="ctr"/>
            <a:endParaRPr lang="en-IN" dirty="0"/>
          </a:p>
        </p:txBody>
      </p:sp>
      <p:pic>
        <p:nvPicPr>
          <p:cNvPr id="4" name="Picture 3">
            <a:extLst>
              <a:ext uri="{FF2B5EF4-FFF2-40B4-BE49-F238E27FC236}">
                <a16:creationId xmlns:a16="http://schemas.microsoft.com/office/drawing/2014/main" id="{7E3D43D7-3113-2A79-B1EE-2DC625AE5F6C}"/>
              </a:ext>
            </a:extLst>
          </p:cNvPr>
          <p:cNvPicPr>
            <a:picLocks noChangeAspect="1"/>
          </p:cNvPicPr>
          <p:nvPr/>
        </p:nvPicPr>
        <p:blipFill>
          <a:blip r:embed="rId2"/>
          <a:stretch>
            <a:fillRect/>
          </a:stretch>
        </p:blipFill>
        <p:spPr>
          <a:xfrm>
            <a:off x="632446" y="1017726"/>
            <a:ext cx="7329735" cy="3365174"/>
          </a:xfrm>
          <a:prstGeom prst="rect">
            <a:avLst/>
          </a:prstGeom>
        </p:spPr>
      </p:pic>
    </p:spTree>
    <p:extLst>
      <p:ext uri="{BB962C8B-B14F-4D97-AF65-F5344CB8AC3E}">
        <p14:creationId xmlns:p14="http://schemas.microsoft.com/office/powerpoint/2010/main" val="226496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5735-2780-425C-1F01-117C54DFB467}"/>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6C5D0507-4747-CA32-1A45-9CEDAA1AD687}"/>
              </a:ext>
            </a:extLst>
          </p:cNvPr>
          <p:cNvPicPr>
            <a:picLocks noChangeAspect="1"/>
          </p:cNvPicPr>
          <p:nvPr/>
        </p:nvPicPr>
        <p:blipFill>
          <a:blip r:embed="rId2"/>
          <a:stretch>
            <a:fillRect/>
          </a:stretch>
        </p:blipFill>
        <p:spPr>
          <a:xfrm>
            <a:off x="0" y="-69011"/>
            <a:ext cx="9179092" cy="4751287"/>
          </a:xfrm>
          <a:prstGeom prst="rect">
            <a:avLst/>
          </a:prstGeom>
        </p:spPr>
      </p:pic>
    </p:spTree>
    <p:extLst>
      <p:ext uri="{BB962C8B-B14F-4D97-AF65-F5344CB8AC3E}">
        <p14:creationId xmlns:p14="http://schemas.microsoft.com/office/powerpoint/2010/main" val="4156019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EDAC-A9D8-2888-F341-4871093EFCBC}"/>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EEB1F0EC-1093-1DDD-1458-A4B6388F0404}"/>
              </a:ext>
            </a:extLst>
          </p:cNvPr>
          <p:cNvPicPr>
            <a:picLocks noChangeAspect="1"/>
          </p:cNvPicPr>
          <p:nvPr/>
        </p:nvPicPr>
        <p:blipFill>
          <a:blip r:embed="rId2"/>
          <a:stretch>
            <a:fillRect/>
          </a:stretch>
        </p:blipFill>
        <p:spPr>
          <a:xfrm>
            <a:off x="-25" y="200945"/>
            <a:ext cx="9144000" cy="4224025"/>
          </a:xfrm>
          <a:prstGeom prst="rect">
            <a:avLst/>
          </a:prstGeom>
        </p:spPr>
      </p:pic>
    </p:spTree>
    <p:extLst>
      <p:ext uri="{BB962C8B-B14F-4D97-AF65-F5344CB8AC3E}">
        <p14:creationId xmlns:p14="http://schemas.microsoft.com/office/powerpoint/2010/main" val="1962602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B4F8A-67EA-CE9D-FCFF-9F100600AD5D}"/>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C2701ED2-72F2-44CE-84D8-84446D4724F4}"/>
              </a:ext>
            </a:extLst>
          </p:cNvPr>
          <p:cNvPicPr>
            <a:picLocks noChangeAspect="1"/>
          </p:cNvPicPr>
          <p:nvPr/>
        </p:nvPicPr>
        <p:blipFill>
          <a:blip r:embed="rId2"/>
          <a:srcRect t="26523"/>
          <a:stretch>
            <a:fillRect/>
          </a:stretch>
        </p:blipFill>
        <p:spPr>
          <a:xfrm>
            <a:off x="0" y="1004160"/>
            <a:ext cx="9144000" cy="3135179"/>
          </a:xfrm>
          <a:prstGeom prst="rect">
            <a:avLst/>
          </a:prstGeom>
        </p:spPr>
      </p:pic>
    </p:spTree>
    <p:extLst>
      <p:ext uri="{BB962C8B-B14F-4D97-AF65-F5344CB8AC3E}">
        <p14:creationId xmlns:p14="http://schemas.microsoft.com/office/powerpoint/2010/main" val="357338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F9DE-98C7-3375-25B5-1D756796E6B0}"/>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280382F1-0D9A-2E13-CF5F-49C259E8B1D4}"/>
              </a:ext>
            </a:extLst>
          </p:cNvPr>
          <p:cNvPicPr>
            <a:picLocks noChangeAspect="1"/>
          </p:cNvPicPr>
          <p:nvPr/>
        </p:nvPicPr>
        <p:blipFill>
          <a:blip r:embed="rId2"/>
          <a:stretch>
            <a:fillRect/>
          </a:stretch>
        </p:blipFill>
        <p:spPr>
          <a:xfrm>
            <a:off x="0" y="890353"/>
            <a:ext cx="9144000" cy="3362794"/>
          </a:xfrm>
          <a:prstGeom prst="rect">
            <a:avLst/>
          </a:prstGeom>
        </p:spPr>
      </p:pic>
    </p:spTree>
    <p:extLst>
      <p:ext uri="{BB962C8B-B14F-4D97-AF65-F5344CB8AC3E}">
        <p14:creationId xmlns:p14="http://schemas.microsoft.com/office/powerpoint/2010/main" val="2455755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C3ACC-B93F-8AE0-8033-2CB9D063D0C3}"/>
              </a:ext>
            </a:extLst>
          </p:cNvPr>
          <p:cNvSpPr>
            <a:spLocks noGrp="1"/>
          </p:cNvSpPr>
          <p:nvPr>
            <p:ph type="title"/>
          </p:nvPr>
        </p:nvSpPr>
        <p:spPr/>
        <p:txBody>
          <a:bodyPr/>
          <a:lstStyle/>
          <a:p>
            <a:r>
              <a:rPr lang="en-IN" dirty="0"/>
              <a:t>Conclusion</a:t>
            </a:r>
          </a:p>
        </p:txBody>
      </p:sp>
      <p:sp>
        <p:nvSpPr>
          <p:cNvPr id="3" name="TextBox 2">
            <a:extLst>
              <a:ext uri="{FF2B5EF4-FFF2-40B4-BE49-F238E27FC236}">
                <a16:creationId xmlns:a16="http://schemas.microsoft.com/office/drawing/2014/main" id="{B3A659D8-9EDE-4EE3-2DBF-1AEB2CF81A08}"/>
              </a:ext>
            </a:extLst>
          </p:cNvPr>
          <p:cNvSpPr txBox="1"/>
          <p:nvPr/>
        </p:nvSpPr>
        <p:spPr>
          <a:xfrm>
            <a:off x="713224" y="1268083"/>
            <a:ext cx="7964949" cy="1384995"/>
          </a:xfrm>
          <a:prstGeom prst="rect">
            <a:avLst/>
          </a:prstGeom>
          <a:noFill/>
        </p:spPr>
        <p:txBody>
          <a:bodyPr wrap="square" rtlCol="0">
            <a:spAutoFit/>
          </a:bodyPr>
          <a:lstStyle/>
          <a:p>
            <a:r>
              <a:rPr lang="en-US" dirty="0">
                <a:solidFill>
                  <a:schemeClr val="tx1"/>
                </a:solidFill>
              </a:rPr>
              <a:t>• Developed a unified platform integrating </a:t>
            </a:r>
            <a:r>
              <a:rPr lang="en-US" b="1" dirty="0">
                <a:solidFill>
                  <a:schemeClr val="tx1"/>
                </a:solidFill>
              </a:rPr>
              <a:t>crowdsourced reporting and social media analytics</a:t>
            </a:r>
            <a:br>
              <a:rPr lang="en-US" dirty="0">
                <a:solidFill>
                  <a:schemeClr val="tx1"/>
                </a:solidFill>
              </a:rPr>
            </a:br>
            <a:r>
              <a:rPr lang="en-US" dirty="0">
                <a:solidFill>
                  <a:schemeClr val="tx1"/>
                </a:solidFill>
              </a:rPr>
              <a:t>• Enabled </a:t>
            </a:r>
            <a:r>
              <a:rPr lang="en-US" b="1" dirty="0">
                <a:solidFill>
                  <a:schemeClr val="tx1"/>
                </a:solidFill>
              </a:rPr>
              <a:t>real-time hazard detection</a:t>
            </a:r>
            <a:r>
              <a:rPr lang="en-US" dirty="0">
                <a:solidFill>
                  <a:schemeClr val="tx1"/>
                </a:solidFill>
              </a:rPr>
              <a:t> using geotagged data and AI-based analysis</a:t>
            </a:r>
            <a:br>
              <a:rPr lang="en-US" dirty="0">
                <a:solidFill>
                  <a:schemeClr val="tx1"/>
                </a:solidFill>
              </a:rPr>
            </a:br>
            <a:r>
              <a:rPr lang="en-US" dirty="0">
                <a:solidFill>
                  <a:schemeClr val="tx1"/>
                </a:solidFill>
              </a:rPr>
              <a:t>• Improved </a:t>
            </a:r>
            <a:r>
              <a:rPr lang="en-US" b="1" dirty="0">
                <a:solidFill>
                  <a:schemeClr val="tx1"/>
                </a:solidFill>
              </a:rPr>
              <a:t>situational awareness</a:t>
            </a:r>
            <a:r>
              <a:rPr lang="en-US" dirty="0">
                <a:solidFill>
                  <a:schemeClr val="tx1"/>
                </a:solidFill>
              </a:rPr>
              <a:t> through interactive maps and hotspot visualization</a:t>
            </a:r>
            <a:br>
              <a:rPr lang="en-US" dirty="0">
                <a:solidFill>
                  <a:schemeClr val="tx1"/>
                </a:solidFill>
              </a:rPr>
            </a:br>
            <a:r>
              <a:rPr lang="en-US" dirty="0">
                <a:solidFill>
                  <a:schemeClr val="tx1"/>
                </a:solidFill>
              </a:rPr>
              <a:t>• Reduced the gap between </a:t>
            </a:r>
            <a:r>
              <a:rPr lang="en-US" b="1" dirty="0">
                <a:solidFill>
                  <a:schemeClr val="tx1"/>
                </a:solidFill>
              </a:rPr>
              <a:t>prediction systems and ground reality</a:t>
            </a:r>
            <a:br>
              <a:rPr lang="en-US" dirty="0">
                <a:solidFill>
                  <a:schemeClr val="tx1"/>
                </a:solidFill>
              </a:rPr>
            </a:br>
            <a:r>
              <a:rPr lang="en-US" dirty="0">
                <a:solidFill>
                  <a:schemeClr val="tx1"/>
                </a:solidFill>
              </a:rPr>
              <a:t>• Supported </a:t>
            </a:r>
            <a:r>
              <a:rPr lang="en-US" b="1" dirty="0">
                <a:solidFill>
                  <a:schemeClr val="tx1"/>
                </a:solidFill>
              </a:rPr>
              <a:t>faster and more informed decision-making</a:t>
            </a:r>
            <a:r>
              <a:rPr lang="en-US" dirty="0">
                <a:solidFill>
                  <a:schemeClr val="tx1"/>
                </a:solidFill>
              </a:rPr>
              <a:t> for disaster management</a:t>
            </a:r>
            <a:br>
              <a:rPr lang="en-US" dirty="0">
                <a:solidFill>
                  <a:schemeClr val="tx1"/>
                </a:solidFill>
              </a:rPr>
            </a:br>
            <a:r>
              <a:rPr lang="en-US" dirty="0">
                <a:solidFill>
                  <a:schemeClr val="tx1"/>
                </a:solidFill>
              </a:rPr>
              <a:t>• Demonstrated a scalable solution for enhancing </a:t>
            </a:r>
            <a:r>
              <a:rPr lang="en-US" b="1" dirty="0">
                <a:solidFill>
                  <a:schemeClr val="tx1"/>
                </a:solidFill>
              </a:rPr>
              <a:t>coastal safety and resilience</a:t>
            </a:r>
            <a:endParaRPr lang="en-US" sz="1400" b="0"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2463061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AA24-ECB4-A5A0-2584-A8DC1EA0E0A6}"/>
              </a:ext>
            </a:extLst>
          </p:cNvPr>
          <p:cNvSpPr>
            <a:spLocks noGrp="1"/>
          </p:cNvSpPr>
          <p:nvPr>
            <p:ph type="title"/>
          </p:nvPr>
        </p:nvSpPr>
        <p:spPr/>
        <p:txBody>
          <a:bodyPr/>
          <a:lstStyle/>
          <a:p>
            <a:r>
              <a:rPr lang="en-IN" dirty="0" err="1"/>
              <a:t>FutureScope</a:t>
            </a:r>
            <a:endParaRPr lang="en-IN" dirty="0"/>
          </a:p>
        </p:txBody>
      </p:sp>
      <p:sp>
        <p:nvSpPr>
          <p:cNvPr id="3" name="TextBox 2">
            <a:extLst>
              <a:ext uri="{FF2B5EF4-FFF2-40B4-BE49-F238E27FC236}">
                <a16:creationId xmlns:a16="http://schemas.microsoft.com/office/drawing/2014/main" id="{8A62523D-80B9-99A2-CB54-87C2B3741918}"/>
              </a:ext>
            </a:extLst>
          </p:cNvPr>
          <p:cNvSpPr txBox="1"/>
          <p:nvPr/>
        </p:nvSpPr>
        <p:spPr>
          <a:xfrm>
            <a:off x="713225" y="1466491"/>
            <a:ext cx="7248956" cy="1600438"/>
          </a:xfrm>
          <a:prstGeom prst="rect">
            <a:avLst/>
          </a:prstGeom>
          <a:noFill/>
        </p:spPr>
        <p:txBody>
          <a:bodyPr wrap="square" rtlCol="0">
            <a:spAutoFit/>
          </a:bodyPr>
          <a:lstStyle/>
          <a:p>
            <a:r>
              <a:rPr lang="en-US" dirty="0">
                <a:solidFill>
                  <a:schemeClr val="tx1"/>
                </a:solidFill>
              </a:rPr>
              <a:t>• Integration with real-time data from </a:t>
            </a:r>
            <a:r>
              <a:rPr lang="en-US" b="1" dirty="0">
                <a:solidFill>
                  <a:schemeClr val="tx1"/>
                </a:solidFill>
              </a:rPr>
              <a:t>INCOIS and other official early warning systems</a:t>
            </a:r>
            <a:br>
              <a:rPr lang="en-US" dirty="0">
                <a:solidFill>
                  <a:schemeClr val="tx1"/>
                </a:solidFill>
              </a:rPr>
            </a:br>
            <a:r>
              <a:rPr lang="en-US" dirty="0">
                <a:solidFill>
                  <a:schemeClr val="tx1"/>
                </a:solidFill>
              </a:rPr>
              <a:t>• Enhancement of AI models for </a:t>
            </a:r>
            <a:r>
              <a:rPr lang="en-US" b="1" dirty="0">
                <a:solidFill>
                  <a:schemeClr val="tx1"/>
                </a:solidFill>
              </a:rPr>
              <a:t>predictive hazard forecasting</a:t>
            </a:r>
            <a:br>
              <a:rPr lang="en-US" dirty="0">
                <a:solidFill>
                  <a:schemeClr val="tx1"/>
                </a:solidFill>
              </a:rPr>
            </a:br>
            <a:r>
              <a:rPr lang="en-US" dirty="0">
                <a:solidFill>
                  <a:schemeClr val="tx1"/>
                </a:solidFill>
              </a:rPr>
              <a:t>• Expansion to support </a:t>
            </a:r>
            <a:r>
              <a:rPr lang="en-US" b="1" dirty="0">
                <a:solidFill>
                  <a:schemeClr val="tx1"/>
                </a:solidFill>
              </a:rPr>
              <a:t>multiple languages</a:t>
            </a:r>
            <a:r>
              <a:rPr lang="en-US" dirty="0">
                <a:solidFill>
                  <a:schemeClr val="tx1"/>
                </a:solidFill>
              </a:rPr>
              <a:t> for wider accessibility</a:t>
            </a:r>
            <a:br>
              <a:rPr lang="en-US" dirty="0">
                <a:solidFill>
                  <a:schemeClr val="tx1"/>
                </a:solidFill>
              </a:rPr>
            </a:br>
            <a:r>
              <a:rPr lang="en-US" dirty="0">
                <a:solidFill>
                  <a:schemeClr val="tx1"/>
                </a:solidFill>
              </a:rPr>
              <a:t>• Deployment as a </a:t>
            </a:r>
            <a:r>
              <a:rPr lang="en-US" b="1" dirty="0">
                <a:solidFill>
                  <a:schemeClr val="tx1"/>
                </a:solidFill>
              </a:rPr>
              <a:t>fully scalable mobile application</a:t>
            </a:r>
            <a:r>
              <a:rPr lang="en-US" dirty="0">
                <a:solidFill>
                  <a:schemeClr val="tx1"/>
                </a:solidFill>
              </a:rPr>
              <a:t> for large user base</a:t>
            </a:r>
            <a:br>
              <a:rPr lang="en-US" dirty="0">
                <a:solidFill>
                  <a:schemeClr val="tx1"/>
                </a:solidFill>
              </a:rPr>
            </a:br>
            <a:r>
              <a:rPr lang="en-US" dirty="0">
                <a:solidFill>
                  <a:schemeClr val="tx1"/>
                </a:solidFill>
              </a:rPr>
              <a:t>• Integration with </a:t>
            </a:r>
            <a:r>
              <a:rPr lang="en-US" b="1" dirty="0">
                <a:solidFill>
                  <a:schemeClr val="tx1"/>
                </a:solidFill>
              </a:rPr>
              <a:t>government disaster management systems</a:t>
            </a:r>
            <a:r>
              <a:rPr lang="en-US" dirty="0">
                <a:solidFill>
                  <a:schemeClr val="tx1"/>
                </a:solidFill>
              </a:rPr>
              <a:t> for direct response action</a:t>
            </a:r>
            <a:br>
              <a:rPr lang="en-US" dirty="0">
                <a:solidFill>
                  <a:schemeClr val="tx1"/>
                </a:solidFill>
              </a:rPr>
            </a:br>
            <a:r>
              <a:rPr lang="en-US" dirty="0">
                <a:solidFill>
                  <a:schemeClr val="tx1"/>
                </a:solidFill>
              </a:rPr>
              <a:t>• Incorporation of </a:t>
            </a:r>
            <a:r>
              <a:rPr lang="en-US" b="1" dirty="0">
                <a:solidFill>
                  <a:schemeClr val="tx1"/>
                </a:solidFill>
              </a:rPr>
              <a:t>IoT sensors and real-time environmental data</a:t>
            </a:r>
            <a:br>
              <a:rPr lang="en-US" dirty="0">
                <a:solidFill>
                  <a:schemeClr val="tx1"/>
                </a:solidFill>
              </a:rPr>
            </a:br>
            <a:r>
              <a:rPr lang="en-US" dirty="0">
                <a:solidFill>
                  <a:schemeClr val="tx1"/>
                </a:solidFill>
              </a:rPr>
              <a:t>• Advanced analytics for </a:t>
            </a:r>
            <a:r>
              <a:rPr lang="en-US" b="1" dirty="0">
                <a:solidFill>
                  <a:schemeClr val="tx1"/>
                </a:solidFill>
              </a:rPr>
              <a:t>risk prediction and impact assessment</a:t>
            </a:r>
            <a:endParaRPr lang="en-US" sz="1400" b="0"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4208462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60E3F-8FEC-CC4F-A6B4-CBF2C94FF42D}"/>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7ACE175F-42E8-4F38-D27D-0E573C5BB824}"/>
              </a:ext>
            </a:extLst>
          </p:cNvPr>
          <p:cNvSpPr txBox="1"/>
          <p:nvPr/>
        </p:nvSpPr>
        <p:spPr>
          <a:xfrm>
            <a:off x="713225" y="1183532"/>
            <a:ext cx="4589252" cy="954107"/>
          </a:xfrm>
          <a:prstGeom prst="rect">
            <a:avLst/>
          </a:prstGeom>
          <a:noFill/>
        </p:spPr>
        <p:txBody>
          <a:bodyPr wrap="square">
            <a:spAutoFit/>
          </a:bodyPr>
          <a:lstStyle/>
          <a:p>
            <a:r>
              <a:rPr lang="en-US" b="0" i="0" dirty="0">
                <a:solidFill>
                  <a:schemeClr val="tx1"/>
                </a:solidFill>
                <a:effectLst/>
                <a:latin typeface="Arial" panose="020B0604020202020204" pitchFamily="34" charset="0"/>
              </a:rPr>
              <a:t>Sakaki, Takeshi, Makoto Okazaki, and Yutaka Matsuo. "Earthquake shakes twitter users: real-time event detection by social sensors." </a:t>
            </a:r>
            <a:r>
              <a:rPr lang="en-US" b="0" i="1" dirty="0">
                <a:solidFill>
                  <a:schemeClr val="tx1"/>
                </a:solidFill>
                <a:effectLst/>
                <a:latin typeface="Arial" panose="020B0604020202020204" pitchFamily="34" charset="0"/>
              </a:rPr>
              <a:t>Proceedings of the 19th international conference on World wide web</a:t>
            </a:r>
            <a:r>
              <a:rPr lang="en-US" b="0" i="0" dirty="0">
                <a:solidFill>
                  <a:schemeClr val="tx1"/>
                </a:solidFill>
                <a:effectLst/>
                <a:latin typeface="Arial" panose="020B0604020202020204" pitchFamily="34" charset="0"/>
              </a:rPr>
              <a:t>. 2010.</a:t>
            </a:r>
            <a:endParaRPr lang="en-IN" dirty="0">
              <a:solidFill>
                <a:schemeClr val="tx1"/>
              </a:solidFill>
            </a:endParaRPr>
          </a:p>
        </p:txBody>
      </p:sp>
      <p:sp>
        <p:nvSpPr>
          <p:cNvPr id="6" name="TextBox 5">
            <a:extLst>
              <a:ext uri="{FF2B5EF4-FFF2-40B4-BE49-F238E27FC236}">
                <a16:creationId xmlns:a16="http://schemas.microsoft.com/office/drawing/2014/main" id="{0642B9F0-BFDD-0969-5BC7-D0A9C1EBC9F5}"/>
              </a:ext>
            </a:extLst>
          </p:cNvPr>
          <p:cNvSpPr txBox="1"/>
          <p:nvPr/>
        </p:nvSpPr>
        <p:spPr>
          <a:xfrm>
            <a:off x="713225" y="2303446"/>
            <a:ext cx="4589252" cy="1169551"/>
          </a:xfrm>
          <a:prstGeom prst="rect">
            <a:avLst/>
          </a:prstGeom>
          <a:noFill/>
        </p:spPr>
        <p:txBody>
          <a:bodyPr wrap="square">
            <a:spAutoFit/>
          </a:bodyPr>
          <a:lstStyle/>
          <a:p>
            <a:r>
              <a:rPr lang="en-US" b="0" i="0">
                <a:solidFill>
                  <a:schemeClr val="tx1"/>
                </a:solidFill>
                <a:effectLst/>
                <a:latin typeface="Arial" panose="020B0604020202020204" pitchFamily="34" charset="0"/>
              </a:rPr>
              <a:t>Vieweg, Sarah, et al. "Microblogging during two natural hazards events: what twitter may contribute to situational awareness." </a:t>
            </a:r>
            <a:r>
              <a:rPr lang="en-US" b="0" i="1">
                <a:solidFill>
                  <a:schemeClr val="tx1"/>
                </a:solidFill>
                <a:effectLst/>
                <a:latin typeface="Arial" panose="020B0604020202020204" pitchFamily="34" charset="0"/>
              </a:rPr>
              <a:t>Proceedings of the SIGCHI conference on human factors in computing systems</a:t>
            </a:r>
            <a:r>
              <a:rPr lang="en-US" b="0" i="0">
                <a:solidFill>
                  <a:schemeClr val="tx1"/>
                </a:solidFill>
                <a:effectLst/>
                <a:latin typeface="Arial" panose="020B0604020202020204" pitchFamily="34" charset="0"/>
              </a:rPr>
              <a:t>. 2010.</a:t>
            </a:r>
            <a:endParaRPr lang="en-IN" dirty="0">
              <a:solidFill>
                <a:schemeClr val="tx1"/>
              </a:solidFill>
            </a:endParaRPr>
          </a:p>
        </p:txBody>
      </p:sp>
      <p:sp>
        <p:nvSpPr>
          <p:cNvPr id="8" name="TextBox 7">
            <a:extLst>
              <a:ext uri="{FF2B5EF4-FFF2-40B4-BE49-F238E27FC236}">
                <a16:creationId xmlns:a16="http://schemas.microsoft.com/office/drawing/2014/main" id="{5A6B21BD-D408-AF4B-D0F7-5851015C87C2}"/>
              </a:ext>
            </a:extLst>
          </p:cNvPr>
          <p:cNvSpPr txBox="1"/>
          <p:nvPr/>
        </p:nvSpPr>
        <p:spPr>
          <a:xfrm>
            <a:off x="713225" y="3638804"/>
            <a:ext cx="4589252" cy="738664"/>
          </a:xfrm>
          <a:prstGeom prst="rect">
            <a:avLst/>
          </a:prstGeom>
          <a:noFill/>
        </p:spPr>
        <p:txBody>
          <a:bodyPr wrap="square">
            <a:spAutoFit/>
          </a:bodyPr>
          <a:lstStyle/>
          <a:p>
            <a:r>
              <a:rPr lang="en-IN" b="0" i="0" dirty="0">
                <a:solidFill>
                  <a:schemeClr val="tx1"/>
                </a:solidFill>
                <a:effectLst/>
                <a:latin typeface="Arial" panose="020B0604020202020204" pitchFamily="34" charset="0"/>
              </a:rPr>
              <a:t>Imran, Muhammad, et al. "Processing social media messages in mass emergency: A survey." </a:t>
            </a:r>
            <a:r>
              <a:rPr lang="en-IN" b="0" i="1" dirty="0">
                <a:solidFill>
                  <a:schemeClr val="tx1"/>
                </a:solidFill>
                <a:effectLst/>
                <a:latin typeface="Arial" panose="020B0604020202020204" pitchFamily="34" charset="0"/>
              </a:rPr>
              <a:t>ACM computing surveys (CSUR)</a:t>
            </a:r>
            <a:r>
              <a:rPr lang="en-IN" b="0" i="0" dirty="0">
                <a:solidFill>
                  <a:schemeClr val="tx1"/>
                </a:solidFill>
                <a:effectLst/>
                <a:latin typeface="Arial" panose="020B0604020202020204" pitchFamily="34" charset="0"/>
              </a:rPr>
              <a:t> 47.4 (2015): 1-38.</a:t>
            </a:r>
            <a:endParaRPr lang="en-IN" dirty="0">
              <a:solidFill>
                <a:schemeClr val="tx1"/>
              </a:solidFill>
            </a:endParaRPr>
          </a:p>
        </p:txBody>
      </p:sp>
      <p:sp>
        <p:nvSpPr>
          <p:cNvPr id="10" name="TextBox 9">
            <a:extLst>
              <a:ext uri="{FF2B5EF4-FFF2-40B4-BE49-F238E27FC236}">
                <a16:creationId xmlns:a16="http://schemas.microsoft.com/office/drawing/2014/main" id="{017BF6EE-C5F0-6A2A-7D3A-32F801C4C836}"/>
              </a:ext>
            </a:extLst>
          </p:cNvPr>
          <p:cNvSpPr txBox="1"/>
          <p:nvPr/>
        </p:nvSpPr>
        <p:spPr>
          <a:xfrm>
            <a:off x="4865299" y="3638804"/>
            <a:ext cx="4589252" cy="738664"/>
          </a:xfrm>
          <a:prstGeom prst="rect">
            <a:avLst/>
          </a:prstGeom>
          <a:noFill/>
        </p:spPr>
        <p:txBody>
          <a:bodyPr wrap="square">
            <a:spAutoFit/>
          </a:bodyPr>
          <a:lstStyle/>
          <a:p>
            <a:r>
              <a:rPr lang="en-US" b="0" i="0" dirty="0">
                <a:solidFill>
                  <a:schemeClr val="tx1"/>
                </a:solidFill>
                <a:effectLst/>
                <a:latin typeface="Arial" panose="020B0604020202020204" pitchFamily="34" charset="0"/>
              </a:rPr>
              <a:t>Crooks, Andrew, et al. "# Earthquake: Twitter as a distributed sensor system." </a:t>
            </a:r>
            <a:r>
              <a:rPr lang="en-US" b="0" i="1" dirty="0">
                <a:solidFill>
                  <a:schemeClr val="tx1"/>
                </a:solidFill>
                <a:effectLst/>
                <a:latin typeface="Arial" panose="020B0604020202020204" pitchFamily="34" charset="0"/>
              </a:rPr>
              <a:t>Transactions in GIS</a:t>
            </a:r>
            <a:r>
              <a:rPr lang="en-US" b="0" i="0" dirty="0">
                <a:solidFill>
                  <a:schemeClr val="tx1"/>
                </a:solidFill>
                <a:effectLst/>
                <a:latin typeface="Arial" panose="020B0604020202020204" pitchFamily="34" charset="0"/>
              </a:rPr>
              <a:t> 17.1 (2013): 124-147.</a:t>
            </a:r>
            <a:endParaRPr lang="en-IN" dirty="0">
              <a:solidFill>
                <a:schemeClr val="tx1"/>
              </a:solidFill>
            </a:endParaRPr>
          </a:p>
        </p:txBody>
      </p:sp>
    </p:spTree>
    <p:extLst>
      <p:ext uri="{BB962C8B-B14F-4D97-AF65-F5344CB8AC3E}">
        <p14:creationId xmlns:p14="http://schemas.microsoft.com/office/powerpoint/2010/main" val="1488279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33" name="Google Shape;833;p56"/>
          <p:cNvSpPr txBox="1">
            <a:spLocks noGrp="1"/>
          </p:cNvSpPr>
          <p:nvPr>
            <p:ph type="subTitle" idx="1"/>
          </p:nvPr>
        </p:nvSpPr>
        <p:spPr>
          <a:xfrm>
            <a:off x="1828650" y="2044025"/>
            <a:ext cx="5486700" cy="60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500" dirty="0">
                <a:latin typeface="Posterama" panose="020B0504020200020000" pitchFamily="34" charset="0"/>
                <a:cs typeface="Posterama" panose="020B0504020200020000" pitchFamily="34" charset="0"/>
              </a:rPr>
              <a:t>THANK YOU!!</a:t>
            </a:r>
            <a:endParaRPr sz="3500" dirty="0">
              <a:latin typeface="Posterama" panose="020B0504020200020000" pitchFamily="34" charset="0"/>
              <a:cs typeface="Posterama" panose="020B0504020200020000" pitchFamily="34" charset="0"/>
            </a:endParaRPr>
          </a:p>
        </p:txBody>
      </p:sp>
      <p:sp>
        <p:nvSpPr>
          <p:cNvPr id="834" name="Google Shape;834;p56"/>
          <p:cNvSpPr txBox="1">
            <a:spLocks noGrp="1"/>
          </p:cNvSpPr>
          <p:nvPr>
            <p:ph type="subTitle" idx="2"/>
          </p:nvPr>
        </p:nvSpPr>
        <p:spPr>
          <a:xfrm>
            <a:off x="1828650" y="3515450"/>
            <a:ext cx="5486700" cy="64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835" name="Google Shape;835;p56"/>
          <p:cNvSpPr txBox="1">
            <a:spLocks noGrp="1"/>
          </p:cNvSpPr>
          <p:nvPr>
            <p:ph type="subTitle" idx="3"/>
          </p:nvPr>
        </p:nvSpPr>
        <p:spPr>
          <a:xfrm>
            <a:off x="1828650" y="1497575"/>
            <a:ext cx="5486700" cy="369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836" name="Google Shape;836;p56"/>
          <p:cNvSpPr txBox="1">
            <a:spLocks noGrp="1"/>
          </p:cNvSpPr>
          <p:nvPr>
            <p:ph type="subTitle" idx="4"/>
          </p:nvPr>
        </p:nvSpPr>
        <p:spPr>
          <a:xfrm>
            <a:off x="1828650" y="3178575"/>
            <a:ext cx="5486700" cy="369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grpSp>
        <p:nvGrpSpPr>
          <p:cNvPr id="837" name="Google Shape;837;p56"/>
          <p:cNvGrpSpPr/>
          <p:nvPr/>
        </p:nvGrpSpPr>
        <p:grpSpPr>
          <a:xfrm>
            <a:off x="-98660" y="859179"/>
            <a:ext cx="1643875" cy="638399"/>
            <a:chOff x="252127" y="4289379"/>
            <a:chExt cx="1643875" cy="638399"/>
          </a:xfrm>
        </p:grpSpPr>
        <p:sp>
          <p:nvSpPr>
            <p:cNvPr id="838" name="Google Shape;838;p56"/>
            <p:cNvSpPr/>
            <p:nvPr/>
          </p:nvSpPr>
          <p:spPr>
            <a:xfrm rot="10800000">
              <a:off x="252127" y="4289379"/>
              <a:ext cx="445984" cy="638399"/>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9" name="Google Shape;839;p56"/>
            <p:cNvSpPr/>
            <p:nvPr/>
          </p:nvSpPr>
          <p:spPr>
            <a:xfrm rot="10800000">
              <a:off x="453254" y="4289379"/>
              <a:ext cx="444498" cy="638399"/>
            </a:xfrm>
            <a:custGeom>
              <a:avLst/>
              <a:gdLst/>
              <a:ahLst/>
              <a:cxnLst/>
              <a:rect l="l" t="t" r="r" b="b"/>
              <a:pathLst>
                <a:path w="9271" h="14500" fill="none" extrusionOk="0">
                  <a:moveTo>
                    <a:pt x="4073" y="7265"/>
                  </a:moveTo>
                  <a:lnTo>
                    <a:pt x="9271" y="2006"/>
                  </a:lnTo>
                  <a:lnTo>
                    <a:pt x="7265" y="0"/>
                  </a:lnTo>
                  <a:lnTo>
                    <a:pt x="0"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0" name="Google Shape;840;p56"/>
            <p:cNvSpPr/>
            <p:nvPr/>
          </p:nvSpPr>
          <p:spPr>
            <a:xfrm rot="10800000">
              <a:off x="652894" y="4289379"/>
              <a:ext cx="444546" cy="638399"/>
            </a:xfrm>
            <a:custGeom>
              <a:avLst/>
              <a:gdLst/>
              <a:ahLst/>
              <a:cxnLst/>
              <a:rect l="l" t="t" r="r" b="b"/>
              <a:pathLst>
                <a:path w="9272" h="14500" fill="none" extrusionOk="0">
                  <a:moveTo>
                    <a:pt x="4074" y="7265"/>
                  </a:moveTo>
                  <a:lnTo>
                    <a:pt x="9272" y="2006"/>
                  </a:lnTo>
                  <a:lnTo>
                    <a:pt x="7235" y="0"/>
                  </a:lnTo>
                  <a:lnTo>
                    <a:pt x="1" y="7265"/>
                  </a:lnTo>
                  <a:lnTo>
                    <a:pt x="7235" y="14499"/>
                  </a:lnTo>
                  <a:lnTo>
                    <a:pt x="927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1" name="Google Shape;841;p56"/>
            <p:cNvSpPr/>
            <p:nvPr/>
          </p:nvSpPr>
          <p:spPr>
            <a:xfrm rot="10800000">
              <a:off x="851096" y="4289379"/>
              <a:ext cx="445984" cy="638399"/>
            </a:xfrm>
            <a:custGeom>
              <a:avLst/>
              <a:gdLst/>
              <a:ahLst/>
              <a:cxnLst/>
              <a:rect l="l" t="t" r="r" b="b"/>
              <a:pathLst>
                <a:path w="9302" h="14500" fill="none" extrusionOk="0">
                  <a:moveTo>
                    <a:pt x="4043" y="7265"/>
                  </a:moveTo>
                  <a:lnTo>
                    <a:pt x="9302" y="2006"/>
                  </a:lnTo>
                  <a:lnTo>
                    <a:pt x="7235" y="0"/>
                  </a:lnTo>
                  <a:lnTo>
                    <a:pt x="1" y="7265"/>
                  </a:lnTo>
                  <a:lnTo>
                    <a:pt x="7235" y="14499"/>
                  </a:lnTo>
                  <a:lnTo>
                    <a:pt x="9302"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2" name="Google Shape;842;p56"/>
            <p:cNvSpPr/>
            <p:nvPr/>
          </p:nvSpPr>
          <p:spPr>
            <a:xfrm rot="10800000">
              <a:off x="1052175" y="4289379"/>
              <a:ext cx="444546" cy="638399"/>
            </a:xfrm>
            <a:custGeom>
              <a:avLst/>
              <a:gdLst/>
              <a:ahLst/>
              <a:cxnLst/>
              <a:rect l="l" t="t" r="r" b="b"/>
              <a:pathLst>
                <a:path w="9272" h="14500" fill="none" extrusionOk="0">
                  <a:moveTo>
                    <a:pt x="4074" y="7265"/>
                  </a:moveTo>
                  <a:lnTo>
                    <a:pt x="9271" y="2006"/>
                  </a:lnTo>
                  <a:lnTo>
                    <a:pt x="7265" y="0"/>
                  </a:lnTo>
                  <a:lnTo>
                    <a:pt x="1" y="7265"/>
                  </a:lnTo>
                  <a:lnTo>
                    <a:pt x="7265" y="14499"/>
                  </a:lnTo>
                  <a:lnTo>
                    <a:pt x="927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3" name="Google Shape;843;p56"/>
            <p:cNvSpPr/>
            <p:nvPr/>
          </p:nvSpPr>
          <p:spPr>
            <a:xfrm rot="10800000">
              <a:off x="1250377" y="4289379"/>
              <a:ext cx="445984" cy="638399"/>
            </a:xfrm>
            <a:custGeom>
              <a:avLst/>
              <a:gdLst/>
              <a:ahLst/>
              <a:cxnLst/>
              <a:rect l="l" t="t" r="r" b="b"/>
              <a:pathLst>
                <a:path w="9302" h="14500" fill="none" extrusionOk="0">
                  <a:moveTo>
                    <a:pt x="4043" y="7265"/>
                  </a:moveTo>
                  <a:lnTo>
                    <a:pt x="9301" y="2006"/>
                  </a:lnTo>
                  <a:lnTo>
                    <a:pt x="7235" y="0"/>
                  </a:lnTo>
                  <a:lnTo>
                    <a:pt x="0" y="7265"/>
                  </a:lnTo>
                  <a:lnTo>
                    <a:pt x="7235" y="14499"/>
                  </a:lnTo>
                  <a:lnTo>
                    <a:pt x="9301" y="12463"/>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4" name="Google Shape;844;p56"/>
            <p:cNvSpPr/>
            <p:nvPr/>
          </p:nvSpPr>
          <p:spPr>
            <a:xfrm rot="10800000">
              <a:off x="1451504" y="4289379"/>
              <a:ext cx="444498" cy="638399"/>
            </a:xfrm>
            <a:custGeom>
              <a:avLst/>
              <a:gdLst/>
              <a:ahLst/>
              <a:cxnLst/>
              <a:rect l="l" t="t" r="r" b="b"/>
              <a:pathLst>
                <a:path w="9271" h="14500" fill="none" extrusionOk="0">
                  <a:moveTo>
                    <a:pt x="7265" y="14499"/>
                  </a:moveTo>
                  <a:lnTo>
                    <a:pt x="9271" y="12463"/>
                  </a:lnTo>
                  <a:lnTo>
                    <a:pt x="4073" y="7265"/>
                  </a:lnTo>
                  <a:lnTo>
                    <a:pt x="9271" y="2006"/>
                  </a:lnTo>
                  <a:lnTo>
                    <a:pt x="7265" y="0"/>
                  </a:lnTo>
                  <a:lnTo>
                    <a:pt x="0" y="7265"/>
                  </a:lnTo>
                  <a:close/>
                </a:path>
              </a:pathLst>
            </a:custGeom>
            <a:solidFill>
              <a:schemeClr val="dk2"/>
            </a:solidFill>
            <a:ln w="9525" cap="flat" cmpd="sng">
              <a:solidFill>
                <a:schemeClr val="dk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theme/theme1.xml><?xml version="1.0" encoding="utf-8"?>
<a:theme xmlns:a="http://schemas.openxmlformats.org/drawingml/2006/main" name="Disaster Management Workshop by Slidesgo">
  <a:themeElements>
    <a:clrScheme name="Simple Light">
      <a:dk1>
        <a:srgbClr val="F8F8F8"/>
      </a:dk1>
      <a:lt1>
        <a:srgbClr val="1C2435"/>
      </a:lt1>
      <a:dk2>
        <a:srgbClr val="EC9149"/>
      </a:dk2>
      <a:lt2>
        <a:srgbClr val="EDC09B"/>
      </a:lt2>
      <a:accent1>
        <a:srgbClr val="E3E3E9"/>
      </a:accent1>
      <a:accent2>
        <a:srgbClr val="6C7EA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826</Words>
  <Application>Microsoft Office PowerPoint</Application>
  <PresentationFormat>On-screen Show (16:9)</PresentationFormat>
  <Paragraphs>67</Paragraphs>
  <Slides>17</Slides>
  <Notes>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Wingdings</vt:lpstr>
      <vt:lpstr>Roboto Condensed Light</vt:lpstr>
      <vt:lpstr>Posterama</vt:lpstr>
      <vt:lpstr>DM Sans</vt:lpstr>
      <vt:lpstr>Bebas Neue</vt:lpstr>
      <vt:lpstr>Arial</vt:lpstr>
      <vt:lpstr>Golos Text</vt:lpstr>
      <vt:lpstr>Open Sans</vt:lpstr>
      <vt:lpstr>Golos Text SemiBold</vt:lpstr>
      <vt:lpstr>Disaster Management Workshop by Slidesgo</vt:lpstr>
      <vt:lpstr>Integrated Platform for Crowdsourced Ocean Hazard Reporting and Social Media Analytics  SIH25039</vt:lpstr>
      <vt:lpstr>MOTIVATION &amp;PROBLEM STATEMENT</vt:lpstr>
      <vt:lpstr>ABSTRACT</vt:lpstr>
      <vt:lpstr>PowerPoint Presentation</vt:lpstr>
      <vt:lpstr>EXISTING SOLTUIONS</vt:lpstr>
      <vt:lpstr>PowerPoint Presentation</vt:lpstr>
      <vt:lpstr>UNIQUENESS</vt:lpstr>
      <vt:lpstr>  TECHNOLOGY STACK</vt:lpstr>
      <vt:lpstr>PowerPoint Presentation</vt:lpstr>
      <vt:lpstr>PowerPoint Presentation</vt:lpstr>
      <vt:lpstr>PowerPoint Presentation</vt:lpstr>
      <vt:lpstr>PowerPoint Presentation</vt:lpstr>
      <vt:lpstr>PowerPoint Presentation</vt:lpstr>
      <vt:lpstr>Conclusion</vt:lpstr>
      <vt:lpstr>FutureScope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Sanketh Kumar</dc:creator>
  <cp:lastModifiedBy>Deepak Raja</cp:lastModifiedBy>
  <cp:revision>3</cp:revision>
  <dcterms:modified xsi:type="dcterms:W3CDTF">2026-04-10T19:26:25Z</dcterms:modified>
</cp:coreProperties>
</file>